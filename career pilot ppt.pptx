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3" r:id="rId19"/>
    <p:sldId id="274" r:id="rId20"/>
    <p:sldId id="275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60" d="100"/>
          <a:sy n="60" d="100"/>
        </p:scale>
        <p:origin x="35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58663" y="2666685"/>
            <a:ext cx="6209665" cy="582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8463" y="459486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617220" y="1234439"/>
                </a:moveTo>
                <a:lnTo>
                  <a:pt x="568982" y="1232583"/>
                </a:lnTo>
                <a:lnTo>
                  <a:pt x="521760" y="1227103"/>
                </a:lnTo>
                <a:lnTo>
                  <a:pt x="475691" y="1218139"/>
                </a:lnTo>
                <a:lnTo>
                  <a:pt x="430912" y="1205827"/>
                </a:lnTo>
                <a:lnTo>
                  <a:pt x="387561" y="1190304"/>
                </a:lnTo>
                <a:lnTo>
                  <a:pt x="345774" y="1171708"/>
                </a:lnTo>
                <a:lnTo>
                  <a:pt x="305689" y="1150175"/>
                </a:lnTo>
                <a:lnTo>
                  <a:pt x="267442" y="1125843"/>
                </a:lnTo>
                <a:lnTo>
                  <a:pt x="231172" y="1098849"/>
                </a:lnTo>
                <a:lnTo>
                  <a:pt x="197015" y="1069330"/>
                </a:lnTo>
                <a:lnTo>
                  <a:pt x="165109" y="1037424"/>
                </a:lnTo>
                <a:lnTo>
                  <a:pt x="135590" y="1003267"/>
                </a:lnTo>
                <a:lnTo>
                  <a:pt x="108596" y="966997"/>
                </a:lnTo>
                <a:lnTo>
                  <a:pt x="84264" y="928750"/>
                </a:lnTo>
                <a:lnTo>
                  <a:pt x="62731" y="888665"/>
                </a:lnTo>
                <a:lnTo>
                  <a:pt x="44135" y="846878"/>
                </a:lnTo>
                <a:lnTo>
                  <a:pt x="28612" y="803527"/>
                </a:lnTo>
                <a:lnTo>
                  <a:pt x="16300" y="758748"/>
                </a:lnTo>
                <a:lnTo>
                  <a:pt x="7336" y="712679"/>
                </a:lnTo>
                <a:lnTo>
                  <a:pt x="1856" y="665457"/>
                </a:lnTo>
                <a:lnTo>
                  <a:pt x="0" y="617219"/>
                </a:lnTo>
                <a:lnTo>
                  <a:pt x="1856" y="568982"/>
                </a:lnTo>
                <a:lnTo>
                  <a:pt x="7336" y="521760"/>
                </a:lnTo>
                <a:lnTo>
                  <a:pt x="16300" y="475691"/>
                </a:lnTo>
                <a:lnTo>
                  <a:pt x="28612" y="430912"/>
                </a:lnTo>
                <a:lnTo>
                  <a:pt x="44135" y="387561"/>
                </a:lnTo>
                <a:lnTo>
                  <a:pt x="62731" y="345774"/>
                </a:lnTo>
                <a:lnTo>
                  <a:pt x="84264" y="305688"/>
                </a:lnTo>
                <a:lnTo>
                  <a:pt x="108596" y="267442"/>
                </a:lnTo>
                <a:lnTo>
                  <a:pt x="135590" y="231172"/>
                </a:lnTo>
                <a:lnTo>
                  <a:pt x="165109" y="197015"/>
                </a:lnTo>
                <a:lnTo>
                  <a:pt x="197015" y="165109"/>
                </a:lnTo>
                <a:lnTo>
                  <a:pt x="231172" y="135590"/>
                </a:lnTo>
                <a:lnTo>
                  <a:pt x="267442" y="108596"/>
                </a:lnTo>
                <a:lnTo>
                  <a:pt x="305689" y="84264"/>
                </a:lnTo>
                <a:lnTo>
                  <a:pt x="345774" y="62731"/>
                </a:lnTo>
                <a:lnTo>
                  <a:pt x="387561" y="44135"/>
                </a:lnTo>
                <a:lnTo>
                  <a:pt x="430912" y="28612"/>
                </a:lnTo>
                <a:lnTo>
                  <a:pt x="475691" y="16300"/>
                </a:lnTo>
                <a:lnTo>
                  <a:pt x="521760" y="7336"/>
                </a:lnTo>
                <a:lnTo>
                  <a:pt x="568982" y="1856"/>
                </a:lnTo>
                <a:lnTo>
                  <a:pt x="617220" y="0"/>
                </a:lnTo>
                <a:lnTo>
                  <a:pt x="665457" y="1856"/>
                </a:lnTo>
                <a:lnTo>
                  <a:pt x="712679" y="7336"/>
                </a:lnTo>
                <a:lnTo>
                  <a:pt x="758748" y="16300"/>
                </a:lnTo>
                <a:lnTo>
                  <a:pt x="803527" y="28612"/>
                </a:lnTo>
                <a:lnTo>
                  <a:pt x="846878" y="44135"/>
                </a:lnTo>
                <a:lnTo>
                  <a:pt x="888665" y="62731"/>
                </a:lnTo>
                <a:lnTo>
                  <a:pt x="928751" y="84264"/>
                </a:lnTo>
                <a:lnTo>
                  <a:pt x="966997" y="108596"/>
                </a:lnTo>
                <a:lnTo>
                  <a:pt x="1003267" y="135590"/>
                </a:lnTo>
                <a:lnTo>
                  <a:pt x="1037424" y="165109"/>
                </a:lnTo>
                <a:lnTo>
                  <a:pt x="1069330" y="197015"/>
                </a:lnTo>
                <a:lnTo>
                  <a:pt x="1098849" y="231172"/>
                </a:lnTo>
                <a:lnTo>
                  <a:pt x="1125843" y="267442"/>
                </a:lnTo>
                <a:lnTo>
                  <a:pt x="1150175" y="305688"/>
                </a:lnTo>
                <a:lnTo>
                  <a:pt x="1171708" y="345774"/>
                </a:lnTo>
                <a:lnTo>
                  <a:pt x="1190304" y="387561"/>
                </a:lnTo>
                <a:lnTo>
                  <a:pt x="1205827" y="430912"/>
                </a:lnTo>
                <a:lnTo>
                  <a:pt x="1218139" y="475691"/>
                </a:lnTo>
                <a:lnTo>
                  <a:pt x="1227104" y="521760"/>
                </a:lnTo>
                <a:lnTo>
                  <a:pt x="1232583" y="568982"/>
                </a:lnTo>
                <a:lnTo>
                  <a:pt x="1234440" y="617219"/>
                </a:lnTo>
                <a:lnTo>
                  <a:pt x="1232583" y="665457"/>
                </a:lnTo>
                <a:lnTo>
                  <a:pt x="1227104" y="712679"/>
                </a:lnTo>
                <a:lnTo>
                  <a:pt x="1218139" y="758748"/>
                </a:lnTo>
                <a:lnTo>
                  <a:pt x="1205827" y="803527"/>
                </a:lnTo>
                <a:lnTo>
                  <a:pt x="1190304" y="846878"/>
                </a:lnTo>
                <a:lnTo>
                  <a:pt x="1171708" y="888665"/>
                </a:lnTo>
                <a:lnTo>
                  <a:pt x="1150175" y="928750"/>
                </a:lnTo>
                <a:lnTo>
                  <a:pt x="1125843" y="966997"/>
                </a:lnTo>
                <a:lnTo>
                  <a:pt x="1098849" y="1003267"/>
                </a:lnTo>
                <a:lnTo>
                  <a:pt x="1069330" y="1037424"/>
                </a:lnTo>
                <a:lnTo>
                  <a:pt x="1037424" y="1069330"/>
                </a:lnTo>
                <a:lnTo>
                  <a:pt x="1003267" y="1098849"/>
                </a:lnTo>
                <a:lnTo>
                  <a:pt x="966997" y="1125843"/>
                </a:lnTo>
                <a:lnTo>
                  <a:pt x="928751" y="1150175"/>
                </a:lnTo>
                <a:lnTo>
                  <a:pt x="888665" y="1171708"/>
                </a:lnTo>
                <a:lnTo>
                  <a:pt x="846878" y="1190304"/>
                </a:lnTo>
                <a:lnTo>
                  <a:pt x="803527" y="1205827"/>
                </a:lnTo>
                <a:lnTo>
                  <a:pt x="758748" y="1218139"/>
                </a:lnTo>
                <a:lnTo>
                  <a:pt x="712679" y="1227103"/>
                </a:lnTo>
                <a:lnTo>
                  <a:pt x="665457" y="1232583"/>
                </a:lnTo>
                <a:lnTo>
                  <a:pt x="617220" y="1234439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0202" y="359146"/>
            <a:ext cx="10764046" cy="1147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5B2D8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36579" y="3114437"/>
            <a:ext cx="8601710" cy="603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205255" y="9497579"/>
            <a:ext cx="5010745" cy="4019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46700" y="9563234"/>
            <a:ext cx="1079192" cy="339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042775" cy="10287000"/>
          </a:xfrm>
          <a:custGeom>
            <a:avLst/>
            <a:gdLst/>
            <a:ahLst/>
            <a:cxnLst/>
            <a:rect l="l" t="t" r="r" b="b"/>
            <a:pathLst>
              <a:path w="12042775" h="10287000">
                <a:moveTo>
                  <a:pt x="0" y="10286999"/>
                </a:moveTo>
                <a:lnTo>
                  <a:pt x="12042646" y="10286999"/>
                </a:lnTo>
                <a:lnTo>
                  <a:pt x="12042646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5B2D8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54379" y="391887"/>
            <a:ext cx="4114800" cy="1597025"/>
            <a:chOff x="754379" y="391887"/>
            <a:chExt cx="4114800" cy="1597025"/>
          </a:xfrm>
        </p:grpSpPr>
        <p:sp>
          <p:nvSpPr>
            <p:cNvPr id="8" name="object 8"/>
            <p:cNvSpPr/>
            <p:nvPr/>
          </p:nvSpPr>
          <p:spPr>
            <a:xfrm>
              <a:off x="754379" y="391887"/>
              <a:ext cx="4114800" cy="1597025"/>
            </a:xfrm>
            <a:custGeom>
              <a:avLst/>
              <a:gdLst/>
              <a:ahLst/>
              <a:cxnLst/>
              <a:rect l="l" t="t" r="r" b="b"/>
              <a:pathLst>
                <a:path w="4114800" h="1597025">
                  <a:moveTo>
                    <a:pt x="3950207" y="1596932"/>
                  </a:moveTo>
                  <a:lnTo>
                    <a:pt x="164591" y="1596932"/>
                  </a:lnTo>
                  <a:lnTo>
                    <a:pt x="120848" y="1589724"/>
                  </a:lnTo>
                  <a:lnTo>
                    <a:pt x="81533" y="1569383"/>
                  </a:lnTo>
                  <a:lnTo>
                    <a:pt x="48220" y="1537835"/>
                  </a:lnTo>
                  <a:lnTo>
                    <a:pt x="22478" y="1497007"/>
                  </a:lnTo>
                  <a:lnTo>
                    <a:pt x="5881" y="1448825"/>
                  </a:lnTo>
                  <a:lnTo>
                    <a:pt x="0" y="1395214"/>
                  </a:lnTo>
                  <a:lnTo>
                    <a:pt x="0" y="201717"/>
                  </a:lnTo>
                  <a:lnTo>
                    <a:pt x="5881" y="148107"/>
                  </a:lnTo>
                  <a:lnTo>
                    <a:pt x="22478" y="99925"/>
                  </a:lnTo>
                  <a:lnTo>
                    <a:pt x="48220" y="59097"/>
                  </a:lnTo>
                  <a:lnTo>
                    <a:pt x="81533" y="27549"/>
                  </a:lnTo>
                  <a:lnTo>
                    <a:pt x="120848" y="7208"/>
                  </a:lnTo>
                  <a:lnTo>
                    <a:pt x="164591" y="0"/>
                  </a:lnTo>
                  <a:lnTo>
                    <a:pt x="3950207" y="0"/>
                  </a:lnTo>
                  <a:lnTo>
                    <a:pt x="3993951" y="7208"/>
                  </a:lnTo>
                  <a:lnTo>
                    <a:pt x="4033265" y="27549"/>
                  </a:lnTo>
                  <a:lnTo>
                    <a:pt x="4066579" y="59097"/>
                  </a:lnTo>
                  <a:lnTo>
                    <a:pt x="4092320" y="99925"/>
                  </a:lnTo>
                  <a:lnTo>
                    <a:pt x="4108917" y="148107"/>
                  </a:lnTo>
                  <a:lnTo>
                    <a:pt x="4114799" y="201717"/>
                  </a:lnTo>
                  <a:lnTo>
                    <a:pt x="4114799" y="1395214"/>
                  </a:lnTo>
                  <a:lnTo>
                    <a:pt x="4108917" y="1448825"/>
                  </a:lnTo>
                  <a:lnTo>
                    <a:pt x="4092320" y="1497007"/>
                  </a:lnTo>
                  <a:lnTo>
                    <a:pt x="4066579" y="1537835"/>
                  </a:lnTo>
                  <a:lnTo>
                    <a:pt x="4033265" y="1569383"/>
                  </a:lnTo>
                  <a:lnTo>
                    <a:pt x="3993951" y="1589724"/>
                  </a:lnTo>
                  <a:lnTo>
                    <a:pt x="3950207" y="1596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399" y="556479"/>
              <a:ext cx="3647992" cy="143234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1679" y="2637155"/>
            <a:ext cx="97650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125" dirty="0">
                <a:solidFill>
                  <a:srgbClr val="F5C417"/>
                </a:solidFill>
                <a:latin typeface="Arial"/>
                <a:cs typeface="Arial"/>
              </a:rPr>
              <a:t>DEPARTMENT</a:t>
            </a:r>
            <a:r>
              <a:rPr sz="1950" b="1" spc="310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75" dirty="0">
                <a:solidFill>
                  <a:srgbClr val="F5C417"/>
                </a:solidFill>
                <a:latin typeface="Arial"/>
                <a:cs typeface="Arial"/>
              </a:rPr>
              <a:t>OF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25" dirty="0">
                <a:solidFill>
                  <a:srgbClr val="F5C417"/>
                </a:solidFill>
                <a:latin typeface="Arial"/>
                <a:cs typeface="Arial"/>
              </a:rPr>
              <a:t>ARTIFICIAL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30" dirty="0">
                <a:solidFill>
                  <a:srgbClr val="F5C417"/>
                </a:solidFill>
                <a:latin typeface="Arial"/>
                <a:cs typeface="Arial"/>
              </a:rPr>
              <a:t>INTELLIGENCE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85" dirty="0">
                <a:solidFill>
                  <a:srgbClr val="F5C417"/>
                </a:solidFill>
                <a:latin typeface="Arial"/>
                <a:cs typeface="Arial"/>
              </a:rPr>
              <a:t>AND</a:t>
            </a:r>
            <a:r>
              <a:rPr sz="1950" b="1" spc="310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14" dirty="0">
                <a:solidFill>
                  <a:srgbClr val="F5C417"/>
                </a:solidFill>
                <a:latin typeface="Arial"/>
                <a:cs typeface="Arial"/>
              </a:rPr>
              <a:t>MACHINE</a:t>
            </a:r>
            <a:r>
              <a:rPr sz="1950" b="1" spc="315" dirty="0">
                <a:solidFill>
                  <a:srgbClr val="F5C417"/>
                </a:solidFill>
                <a:latin typeface="Arial"/>
                <a:cs typeface="Arial"/>
              </a:rPr>
              <a:t> </a:t>
            </a:r>
            <a:r>
              <a:rPr sz="1950" b="1" spc="110" dirty="0">
                <a:solidFill>
                  <a:srgbClr val="F5C417"/>
                </a:solidFill>
                <a:latin typeface="Arial"/>
                <a:cs typeface="Arial"/>
              </a:rPr>
              <a:t>LEARNING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5527" y="3360420"/>
            <a:ext cx="1234440" cy="82550"/>
          </a:xfrm>
          <a:custGeom>
            <a:avLst/>
            <a:gdLst/>
            <a:ahLst/>
            <a:cxnLst/>
            <a:rect l="l" t="t" r="r" b="b"/>
            <a:pathLst>
              <a:path w="1234439" h="82550">
                <a:moveTo>
                  <a:pt x="1234440" y="82296"/>
                </a:moveTo>
                <a:lnTo>
                  <a:pt x="0" y="82296"/>
                </a:lnTo>
                <a:lnTo>
                  <a:pt x="0" y="0"/>
                </a:lnTo>
                <a:lnTo>
                  <a:pt x="1234440" y="0"/>
                </a:lnTo>
                <a:lnTo>
                  <a:pt x="1234440" y="82296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741679" y="3846135"/>
            <a:ext cx="9954260" cy="1921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PILOT– AI-BASED PERSONALIZED STUDENT CAREER ADVISOR</a:t>
            </a:r>
            <a:br>
              <a:rPr lang="en-IN" sz="1800" dirty="0">
                <a:solidFill>
                  <a:schemeClr val="tx1"/>
                </a:solidFill>
              </a:rPr>
            </a:b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6953" y="6181029"/>
            <a:ext cx="7515225" cy="3284220"/>
            <a:chOff x="766953" y="6181029"/>
            <a:chExt cx="7515225" cy="3284220"/>
          </a:xfrm>
        </p:grpSpPr>
        <p:sp>
          <p:nvSpPr>
            <p:cNvPr id="14" name="object 14"/>
            <p:cNvSpPr/>
            <p:nvPr/>
          </p:nvSpPr>
          <p:spPr>
            <a:xfrm>
              <a:off x="786002" y="6200079"/>
              <a:ext cx="7480300" cy="3245485"/>
            </a:xfrm>
            <a:custGeom>
              <a:avLst/>
              <a:gdLst/>
              <a:ahLst/>
              <a:cxnLst/>
              <a:rect l="l" t="t" r="r" b="b"/>
              <a:pathLst>
                <a:path w="7480300" h="3245484">
                  <a:moveTo>
                    <a:pt x="7247183" y="3245011"/>
                  </a:moveTo>
                  <a:lnTo>
                    <a:pt x="232521" y="3245011"/>
                  </a:lnTo>
                  <a:lnTo>
                    <a:pt x="195012" y="3241771"/>
                  </a:lnTo>
                  <a:lnTo>
                    <a:pt x="149155" y="3229572"/>
                  </a:lnTo>
                  <a:lnTo>
                    <a:pt x="107664" y="3210266"/>
                  </a:lnTo>
                  <a:lnTo>
                    <a:pt x="71518" y="3184695"/>
                  </a:lnTo>
                  <a:lnTo>
                    <a:pt x="41699" y="3153700"/>
                  </a:lnTo>
                  <a:lnTo>
                    <a:pt x="19186" y="3118120"/>
                  </a:lnTo>
                  <a:lnTo>
                    <a:pt x="4960" y="3078797"/>
                  </a:lnTo>
                  <a:lnTo>
                    <a:pt x="0" y="3036570"/>
                  </a:lnTo>
                  <a:lnTo>
                    <a:pt x="0" y="209455"/>
                  </a:lnTo>
                  <a:lnTo>
                    <a:pt x="4960" y="167228"/>
                  </a:lnTo>
                  <a:lnTo>
                    <a:pt x="19186" y="127904"/>
                  </a:lnTo>
                  <a:lnTo>
                    <a:pt x="41699" y="92325"/>
                  </a:lnTo>
                  <a:lnTo>
                    <a:pt x="71518" y="61329"/>
                  </a:lnTo>
                  <a:lnTo>
                    <a:pt x="107664" y="35758"/>
                  </a:lnTo>
                  <a:lnTo>
                    <a:pt x="149155" y="16453"/>
                  </a:lnTo>
                  <a:lnTo>
                    <a:pt x="195012" y="4253"/>
                  </a:lnTo>
                  <a:lnTo>
                    <a:pt x="244255" y="0"/>
                  </a:lnTo>
                  <a:lnTo>
                    <a:pt x="7235460" y="0"/>
                  </a:lnTo>
                  <a:lnTo>
                    <a:pt x="7284671" y="4253"/>
                  </a:lnTo>
                  <a:lnTo>
                    <a:pt x="7330513" y="16453"/>
                  </a:lnTo>
                  <a:lnTo>
                    <a:pt x="7372002" y="35758"/>
                  </a:lnTo>
                  <a:lnTo>
                    <a:pt x="7408154" y="61329"/>
                  </a:lnTo>
                  <a:lnTo>
                    <a:pt x="7437985" y="92325"/>
                  </a:lnTo>
                  <a:lnTo>
                    <a:pt x="7460511" y="127904"/>
                  </a:lnTo>
                  <a:lnTo>
                    <a:pt x="7474749" y="167228"/>
                  </a:lnTo>
                  <a:lnTo>
                    <a:pt x="7479703" y="209455"/>
                  </a:lnTo>
                  <a:lnTo>
                    <a:pt x="7479703" y="3036570"/>
                  </a:lnTo>
                  <a:lnTo>
                    <a:pt x="7474743" y="3078797"/>
                  </a:lnTo>
                  <a:lnTo>
                    <a:pt x="7460501" y="3118120"/>
                  </a:lnTo>
                  <a:lnTo>
                    <a:pt x="7437974" y="3153700"/>
                  </a:lnTo>
                  <a:lnTo>
                    <a:pt x="7408145" y="3184695"/>
                  </a:lnTo>
                  <a:lnTo>
                    <a:pt x="7371996" y="3210266"/>
                  </a:lnTo>
                  <a:lnTo>
                    <a:pt x="7330509" y="3229572"/>
                  </a:lnTo>
                  <a:lnTo>
                    <a:pt x="7284658" y="3241771"/>
                  </a:lnTo>
                  <a:lnTo>
                    <a:pt x="7247183" y="3245011"/>
                  </a:lnTo>
                  <a:close/>
                </a:path>
              </a:pathLst>
            </a:custGeom>
            <a:solidFill>
              <a:srgbClr val="3C1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6003" y="6200079"/>
              <a:ext cx="7477125" cy="3246120"/>
            </a:xfrm>
            <a:custGeom>
              <a:avLst/>
              <a:gdLst/>
              <a:ahLst/>
              <a:cxnLst/>
              <a:rect l="l" t="t" r="r" b="b"/>
              <a:pathLst>
                <a:path w="7477125" h="3246120">
                  <a:moveTo>
                    <a:pt x="7477127" y="3057152"/>
                  </a:moveTo>
                  <a:lnTo>
                    <a:pt x="7460373" y="3117972"/>
                  </a:lnTo>
                  <a:lnTo>
                    <a:pt x="7437861" y="3153549"/>
                  </a:lnTo>
                  <a:lnTo>
                    <a:pt x="7408043" y="3184549"/>
                  </a:lnTo>
                  <a:lnTo>
                    <a:pt x="7371899" y="3210130"/>
                  </a:lnTo>
                  <a:lnTo>
                    <a:pt x="7330410" y="3229446"/>
                  </a:lnTo>
                  <a:lnTo>
                    <a:pt x="7284554" y="3241655"/>
                  </a:lnTo>
                  <a:lnTo>
                    <a:pt x="7235313" y="3245912"/>
                  </a:lnTo>
                  <a:lnTo>
                    <a:pt x="244350" y="3245912"/>
                  </a:lnTo>
                  <a:lnTo>
                    <a:pt x="195109" y="3241659"/>
                  </a:lnTo>
                  <a:lnTo>
                    <a:pt x="149254" y="3229460"/>
                  </a:lnTo>
                  <a:lnTo>
                    <a:pt x="107764" y="3210155"/>
                  </a:lnTo>
                  <a:lnTo>
                    <a:pt x="71620" y="3184585"/>
                  </a:lnTo>
                  <a:lnTo>
                    <a:pt x="41802" y="3153590"/>
                  </a:lnTo>
                  <a:lnTo>
                    <a:pt x="19290" y="3118012"/>
                  </a:lnTo>
                  <a:lnTo>
                    <a:pt x="5064" y="3078690"/>
                  </a:lnTo>
                  <a:lnTo>
                    <a:pt x="0" y="3036464"/>
                  </a:lnTo>
                  <a:lnTo>
                    <a:pt x="1" y="209435"/>
                  </a:lnTo>
                  <a:lnTo>
                    <a:pt x="5064" y="167222"/>
                  </a:lnTo>
                  <a:lnTo>
                    <a:pt x="19290" y="127899"/>
                  </a:lnTo>
                  <a:lnTo>
                    <a:pt x="41802" y="92321"/>
                  </a:lnTo>
                  <a:lnTo>
                    <a:pt x="71620" y="61326"/>
                  </a:lnTo>
                  <a:lnTo>
                    <a:pt x="107764" y="35757"/>
                  </a:lnTo>
                  <a:lnTo>
                    <a:pt x="149254" y="16452"/>
                  </a:lnTo>
                  <a:lnTo>
                    <a:pt x="195109" y="4253"/>
                  </a:lnTo>
                  <a:lnTo>
                    <a:pt x="244350" y="0"/>
                  </a:lnTo>
                  <a:lnTo>
                    <a:pt x="7235313" y="0"/>
                  </a:lnTo>
                  <a:lnTo>
                    <a:pt x="7284522" y="4252"/>
                  </a:lnTo>
                  <a:lnTo>
                    <a:pt x="7330363" y="16452"/>
                  </a:lnTo>
                  <a:lnTo>
                    <a:pt x="7371851" y="35756"/>
                  </a:lnTo>
                  <a:lnTo>
                    <a:pt x="7408002" y="61326"/>
                  </a:lnTo>
                  <a:lnTo>
                    <a:pt x="7437832" y="92321"/>
                  </a:lnTo>
                  <a:lnTo>
                    <a:pt x="7460358" y="127899"/>
                  </a:lnTo>
                  <a:lnTo>
                    <a:pt x="7474594" y="167222"/>
                  </a:lnTo>
                  <a:lnTo>
                    <a:pt x="7477124" y="188738"/>
                  </a:lnTo>
                </a:path>
              </a:pathLst>
            </a:custGeom>
            <a:ln w="38099">
              <a:solidFill>
                <a:srgbClr val="F5C4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77399" y="6651917"/>
            <a:ext cx="6689725" cy="2133918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3200" b="1" spc="175" dirty="0">
                <a:solidFill>
                  <a:srgbClr val="F5C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3200" b="1" spc="515" dirty="0">
                <a:solidFill>
                  <a:srgbClr val="F5C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190" dirty="0">
                <a:solidFill>
                  <a:srgbClr val="F5C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SAILESH RANGARAJ. (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231501141)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UMESH SARATHY SK.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(231501177)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VIGNESH BALA R.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(231501180)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042647" y="0"/>
            <a:ext cx="6245860" cy="10287635"/>
            <a:chOff x="12042647" y="0"/>
            <a:chExt cx="6245860" cy="10287635"/>
          </a:xfrm>
        </p:grpSpPr>
        <p:sp>
          <p:nvSpPr>
            <p:cNvPr id="4" name="object 4"/>
            <p:cNvSpPr/>
            <p:nvPr/>
          </p:nvSpPr>
          <p:spPr>
            <a:xfrm>
              <a:off x="18283427" y="0"/>
              <a:ext cx="5080" cy="10287000"/>
            </a:xfrm>
            <a:custGeom>
              <a:avLst/>
              <a:gdLst/>
              <a:ahLst/>
              <a:cxnLst/>
              <a:rect l="l" t="t" r="r" b="b"/>
              <a:pathLst>
                <a:path w="5080" h="10287000">
                  <a:moveTo>
                    <a:pt x="0" y="10286999"/>
                  </a:moveTo>
                  <a:lnTo>
                    <a:pt x="4571" y="10286999"/>
                  </a:lnTo>
                  <a:lnTo>
                    <a:pt x="4571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5B2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522707" y="0"/>
              <a:ext cx="5760720" cy="10283825"/>
            </a:xfrm>
            <a:custGeom>
              <a:avLst/>
              <a:gdLst/>
              <a:ahLst/>
              <a:cxnLst/>
              <a:rect l="l" t="t" r="r" b="b"/>
              <a:pathLst>
                <a:path w="5760719" h="10283825">
                  <a:moveTo>
                    <a:pt x="5760719" y="10283599"/>
                  </a:moveTo>
                  <a:lnTo>
                    <a:pt x="0" y="10283599"/>
                  </a:lnTo>
                  <a:lnTo>
                    <a:pt x="0" y="0"/>
                  </a:lnTo>
                  <a:lnTo>
                    <a:pt x="5760719" y="0"/>
                  </a:lnTo>
                  <a:lnTo>
                    <a:pt x="5760719" y="10283599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42647" y="0"/>
              <a:ext cx="480059" cy="10287635"/>
            </a:xfrm>
            <a:custGeom>
              <a:avLst/>
              <a:gdLst/>
              <a:ahLst/>
              <a:cxnLst/>
              <a:rect l="l" t="t" r="r" b="b"/>
              <a:pathLst>
                <a:path w="480059" h="10287635">
                  <a:moveTo>
                    <a:pt x="480059" y="10287535"/>
                  </a:moveTo>
                  <a:lnTo>
                    <a:pt x="0" y="10287535"/>
                  </a:lnTo>
                  <a:lnTo>
                    <a:pt x="0" y="0"/>
                  </a:lnTo>
                  <a:lnTo>
                    <a:pt x="480059" y="0"/>
                  </a:lnTo>
                  <a:lnTo>
                    <a:pt x="480059" y="10287535"/>
                  </a:lnTo>
                  <a:close/>
                </a:path>
              </a:pathLst>
            </a:custGeom>
            <a:solidFill>
              <a:srgbClr val="FFDA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75211" y="391887"/>
            <a:ext cx="4854178" cy="9241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41662" y="72303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1</a:t>
            </a:r>
            <a:endParaRPr sz="4200"/>
          </a:p>
        </p:txBody>
      </p:sp>
      <p:sp>
        <p:nvSpPr>
          <p:cNvPr id="2" name="object 2"/>
          <p:cNvSpPr txBox="1"/>
          <p:nvPr/>
        </p:nvSpPr>
        <p:spPr>
          <a:xfrm>
            <a:off x="1777561" y="749519"/>
            <a:ext cx="55810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Problem</a:t>
            </a:r>
            <a:r>
              <a:rPr sz="4800" b="1" spc="-195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Statement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394830"/>
            <a:ext cx="3575612" cy="14323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19238" y="2406119"/>
            <a:ext cx="16431260" cy="6470015"/>
            <a:chOff x="919238" y="2406119"/>
            <a:chExt cx="16431260" cy="6470015"/>
          </a:xfrm>
        </p:grpSpPr>
        <p:sp>
          <p:nvSpPr>
            <p:cNvPr id="5" name="object 5"/>
            <p:cNvSpPr/>
            <p:nvPr/>
          </p:nvSpPr>
          <p:spPr>
            <a:xfrm>
              <a:off x="919238" y="2406119"/>
              <a:ext cx="16431260" cy="6470015"/>
            </a:xfrm>
            <a:custGeom>
              <a:avLst/>
              <a:gdLst/>
              <a:ahLst/>
              <a:cxnLst/>
              <a:rect l="l" t="t" r="r" b="b"/>
              <a:pathLst>
                <a:path w="16431260" h="6470015">
                  <a:moveTo>
                    <a:pt x="16284129" y="6469856"/>
                  </a:moveTo>
                  <a:lnTo>
                    <a:pt x="147065" y="6469856"/>
                  </a:lnTo>
                  <a:lnTo>
                    <a:pt x="100628" y="6462361"/>
                  </a:lnTo>
                  <a:lnTo>
                    <a:pt x="60252" y="6441488"/>
                  </a:lnTo>
                  <a:lnTo>
                    <a:pt x="28408" y="6409656"/>
                  </a:lnTo>
                  <a:lnTo>
                    <a:pt x="7513" y="6369284"/>
                  </a:lnTo>
                  <a:lnTo>
                    <a:pt x="0" y="6322790"/>
                  </a:lnTo>
                  <a:lnTo>
                    <a:pt x="0" y="147065"/>
                  </a:lnTo>
                  <a:lnTo>
                    <a:pt x="7495" y="100571"/>
                  </a:lnTo>
                  <a:lnTo>
                    <a:pt x="28367" y="60199"/>
                  </a:lnTo>
                  <a:lnTo>
                    <a:pt x="60199" y="28367"/>
                  </a:lnTo>
                  <a:lnTo>
                    <a:pt x="100571" y="7495"/>
                  </a:lnTo>
                  <a:lnTo>
                    <a:pt x="147065" y="0"/>
                  </a:lnTo>
                  <a:lnTo>
                    <a:pt x="16284129" y="0"/>
                  </a:lnTo>
                  <a:lnTo>
                    <a:pt x="16330623" y="7495"/>
                  </a:lnTo>
                  <a:lnTo>
                    <a:pt x="16370995" y="28367"/>
                  </a:lnTo>
                  <a:lnTo>
                    <a:pt x="16402826" y="60199"/>
                  </a:lnTo>
                  <a:lnTo>
                    <a:pt x="16423699" y="100571"/>
                  </a:lnTo>
                  <a:lnTo>
                    <a:pt x="16431194" y="147065"/>
                  </a:lnTo>
                  <a:lnTo>
                    <a:pt x="16431194" y="6322790"/>
                  </a:lnTo>
                  <a:lnTo>
                    <a:pt x="16423699" y="6369284"/>
                  </a:lnTo>
                  <a:lnTo>
                    <a:pt x="16402826" y="6409656"/>
                  </a:lnTo>
                  <a:lnTo>
                    <a:pt x="16370995" y="6441488"/>
                  </a:lnTo>
                  <a:lnTo>
                    <a:pt x="16330623" y="6462361"/>
                  </a:lnTo>
                  <a:lnTo>
                    <a:pt x="16284129" y="646985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919372" y="2406119"/>
              <a:ext cx="16430625" cy="6467475"/>
            </a:xfrm>
            <a:custGeom>
              <a:avLst/>
              <a:gdLst/>
              <a:ahLst/>
              <a:cxnLst/>
              <a:rect l="l" t="t" r="r" b="b"/>
              <a:pathLst>
                <a:path w="16430625" h="6467475">
                  <a:moveTo>
                    <a:pt x="16430488" y="6325328"/>
                  </a:moveTo>
                  <a:lnTo>
                    <a:pt x="16423422" y="6369176"/>
                  </a:lnTo>
                  <a:lnTo>
                    <a:pt x="16402549" y="6409548"/>
                  </a:lnTo>
                  <a:lnTo>
                    <a:pt x="16370717" y="6441379"/>
                  </a:lnTo>
                  <a:lnTo>
                    <a:pt x="16330345" y="6462251"/>
                  </a:lnTo>
                  <a:lnTo>
                    <a:pt x="16297941" y="6467473"/>
                  </a:lnTo>
                </a:path>
                <a:path w="16430625" h="6467475">
                  <a:moveTo>
                    <a:pt x="132991" y="6467474"/>
                  </a:moveTo>
                  <a:lnTo>
                    <a:pt x="60210" y="6441338"/>
                  </a:lnTo>
                  <a:lnTo>
                    <a:pt x="28382" y="6409497"/>
                  </a:lnTo>
                  <a:lnTo>
                    <a:pt x="7507" y="6369136"/>
                  </a:lnTo>
                  <a:lnTo>
                    <a:pt x="0" y="6322682"/>
                  </a:lnTo>
                  <a:lnTo>
                    <a:pt x="0" y="147063"/>
                  </a:lnTo>
                  <a:lnTo>
                    <a:pt x="7494" y="100570"/>
                  </a:lnTo>
                  <a:lnTo>
                    <a:pt x="28367" y="60198"/>
                  </a:lnTo>
                  <a:lnTo>
                    <a:pt x="60198" y="28367"/>
                  </a:lnTo>
                  <a:lnTo>
                    <a:pt x="100570" y="7495"/>
                  </a:lnTo>
                  <a:lnTo>
                    <a:pt x="147063" y="0"/>
                  </a:lnTo>
                  <a:lnTo>
                    <a:pt x="16283851" y="0"/>
                  </a:lnTo>
                  <a:lnTo>
                    <a:pt x="16330345" y="7494"/>
                  </a:lnTo>
                  <a:lnTo>
                    <a:pt x="16370717" y="28366"/>
                  </a:lnTo>
                  <a:lnTo>
                    <a:pt x="16402549" y="60198"/>
                  </a:lnTo>
                  <a:lnTo>
                    <a:pt x="16423422" y="100569"/>
                  </a:lnTo>
                  <a:lnTo>
                    <a:pt x="16430488" y="144417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6400" y="2666685"/>
            <a:ext cx="7289165" cy="6229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b="1" dirty="0">
                <a:solidFill>
                  <a:srgbClr val="5B2D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3200" b="1" spc="-80" dirty="0">
                <a:solidFill>
                  <a:srgbClr val="5B2D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" dirty="0">
                <a:solidFill>
                  <a:srgbClr val="5B2D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have multiple skills, projects, certifications and academic experiences but struggle to connect them with suitable career opportunities.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identifying suitable job roles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skill-gap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about what skills to learn next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career and learning resources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recommendations from conventional chatbots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unsupported or exaggerated claims in AI-generated 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workflow from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→ job → skills → learning → application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sz="half" idx="3"/>
          </p:nvPr>
        </p:nvSpPr>
        <p:spPr>
          <a:xfrm>
            <a:off x="10349216" y="2666685"/>
            <a:ext cx="6705600" cy="61766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 algn="l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endParaRPr lang="en-US" sz="3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" algn="ctr">
              <a:lnSpc>
                <a:spcPct val="100000"/>
              </a:lnSpc>
              <a:spcBef>
                <a:spcPts val="105"/>
              </a:spcBef>
            </a:pPr>
            <a:endParaRPr sz="3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 preparing for placements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and entry-level job seekers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and career cells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and career mentors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career-support teams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867529" y="688735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Arial"/>
                <a:cs typeface="Arial"/>
              </a:rPr>
              <a:t>2</a:t>
            </a:r>
            <a:endParaRPr sz="42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9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160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Stakeholder</a:t>
            </a:r>
            <a:r>
              <a:rPr spc="-15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6405" y="261585"/>
            <a:ext cx="3575612" cy="143234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44145" y="2052290"/>
            <a:ext cx="16599535" cy="7334884"/>
            <a:chOff x="844145" y="2052290"/>
            <a:chExt cx="16599535" cy="7334884"/>
          </a:xfrm>
        </p:grpSpPr>
        <p:sp>
          <p:nvSpPr>
            <p:cNvPr id="4" name="object 4"/>
            <p:cNvSpPr/>
            <p:nvPr/>
          </p:nvSpPr>
          <p:spPr>
            <a:xfrm>
              <a:off x="863137" y="2071340"/>
              <a:ext cx="16562069" cy="7296784"/>
            </a:xfrm>
            <a:custGeom>
              <a:avLst/>
              <a:gdLst/>
              <a:ahLst/>
              <a:cxnLst/>
              <a:rect l="l" t="t" r="r" b="b"/>
              <a:pathLst>
                <a:path w="16562069" h="7296784">
                  <a:moveTo>
                    <a:pt x="16413452" y="7296296"/>
                  </a:moveTo>
                  <a:lnTo>
                    <a:pt x="148233" y="7296296"/>
                  </a:lnTo>
                  <a:lnTo>
                    <a:pt x="101427" y="7287844"/>
                  </a:lnTo>
                  <a:lnTo>
                    <a:pt x="60730" y="7264307"/>
                  </a:lnTo>
                  <a:lnTo>
                    <a:pt x="28634" y="7228410"/>
                  </a:lnTo>
                  <a:lnTo>
                    <a:pt x="7573" y="7182882"/>
                  </a:lnTo>
                  <a:lnTo>
                    <a:pt x="0" y="7130449"/>
                  </a:lnTo>
                  <a:lnTo>
                    <a:pt x="0" y="165851"/>
                  </a:lnTo>
                  <a:lnTo>
                    <a:pt x="7554" y="113418"/>
                  </a:lnTo>
                  <a:lnTo>
                    <a:pt x="28593" y="67889"/>
                  </a:lnTo>
                  <a:lnTo>
                    <a:pt x="60677" y="31991"/>
                  </a:lnTo>
                  <a:lnTo>
                    <a:pt x="101370" y="8452"/>
                  </a:lnTo>
                  <a:lnTo>
                    <a:pt x="148233" y="0"/>
                  </a:lnTo>
                  <a:lnTo>
                    <a:pt x="16413452" y="0"/>
                  </a:lnTo>
                  <a:lnTo>
                    <a:pt x="16460315" y="8452"/>
                  </a:lnTo>
                  <a:lnTo>
                    <a:pt x="16501008" y="31991"/>
                  </a:lnTo>
                  <a:lnTo>
                    <a:pt x="16533093" y="67889"/>
                  </a:lnTo>
                  <a:lnTo>
                    <a:pt x="16554132" y="113418"/>
                  </a:lnTo>
                  <a:lnTo>
                    <a:pt x="16561687" y="165851"/>
                  </a:lnTo>
                  <a:lnTo>
                    <a:pt x="16561687" y="7130449"/>
                  </a:lnTo>
                  <a:lnTo>
                    <a:pt x="16554132" y="7182882"/>
                  </a:lnTo>
                  <a:lnTo>
                    <a:pt x="16533093" y="7228410"/>
                  </a:lnTo>
                  <a:lnTo>
                    <a:pt x="16501008" y="7264307"/>
                  </a:lnTo>
                  <a:lnTo>
                    <a:pt x="16460315" y="7287844"/>
                  </a:lnTo>
                  <a:lnTo>
                    <a:pt x="16413452" y="729629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195" y="2071340"/>
              <a:ext cx="16561435" cy="7296784"/>
            </a:xfrm>
            <a:custGeom>
              <a:avLst/>
              <a:gdLst/>
              <a:ahLst/>
              <a:cxnLst/>
              <a:rect l="l" t="t" r="r" b="b"/>
              <a:pathLst>
                <a:path w="16561435" h="7296784">
                  <a:moveTo>
                    <a:pt x="0" y="165849"/>
                  </a:moveTo>
                  <a:lnTo>
                    <a:pt x="7554" y="113416"/>
                  </a:lnTo>
                  <a:lnTo>
                    <a:pt x="28592" y="67888"/>
                  </a:lnTo>
                  <a:lnTo>
                    <a:pt x="60676" y="31990"/>
                  </a:lnTo>
                  <a:lnTo>
                    <a:pt x="101369" y="8452"/>
                  </a:lnTo>
                  <a:lnTo>
                    <a:pt x="148231" y="0"/>
                  </a:lnTo>
                  <a:lnTo>
                    <a:pt x="16413207" y="0"/>
                  </a:lnTo>
                  <a:lnTo>
                    <a:pt x="16460070" y="8452"/>
                  </a:lnTo>
                  <a:lnTo>
                    <a:pt x="16500762" y="31990"/>
                  </a:lnTo>
                  <a:lnTo>
                    <a:pt x="16532846" y="67888"/>
                  </a:lnTo>
                  <a:lnTo>
                    <a:pt x="16553884" y="113416"/>
                  </a:lnTo>
                  <a:lnTo>
                    <a:pt x="16561439" y="165849"/>
                  </a:lnTo>
                  <a:lnTo>
                    <a:pt x="16561439" y="7130343"/>
                  </a:lnTo>
                  <a:lnTo>
                    <a:pt x="16553884" y="7182775"/>
                  </a:lnTo>
                  <a:lnTo>
                    <a:pt x="16532846" y="7228302"/>
                  </a:lnTo>
                  <a:lnTo>
                    <a:pt x="16500762" y="7264198"/>
                  </a:lnTo>
                  <a:lnTo>
                    <a:pt x="16460070" y="7287736"/>
                  </a:lnTo>
                  <a:lnTo>
                    <a:pt x="16413207" y="7296187"/>
                  </a:lnTo>
                  <a:lnTo>
                    <a:pt x="148231" y="7296187"/>
                  </a:lnTo>
                  <a:lnTo>
                    <a:pt x="101378" y="7287708"/>
                  </a:lnTo>
                  <a:lnTo>
                    <a:pt x="60691" y="7264155"/>
                  </a:lnTo>
                  <a:lnTo>
                    <a:pt x="28609" y="7228249"/>
                  </a:lnTo>
                  <a:lnTo>
                    <a:pt x="7567" y="7182732"/>
                  </a:lnTo>
                  <a:lnTo>
                    <a:pt x="0" y="7130344"/>
                  </a:lnTo>
                  <a:lnTo>
                    <a:pt x="0" y="165849"/>
                  </a:lnTo>
                </a:path>
              </a:pathLst>
            </a:custGeom>
            <a:ln w="38100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886436" y="2571176"/>
            <a:ext cx="2326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6A4198"/>
                </a:solidFill>
                <a:latin typeface="Arial"/>
                <a:cs typeface="Arial"/>
              </a:rPr>
              <a:t>Target</a:t>
            </a:r>
            <a:r>
              <a:rPr sz="3000" b="1" spc="-180" dirty="0">
                <a:solidFill>
                  <a:srgbClr val="6A4198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6A4198"/>
                </a:solidFill>
                <a:latin typeface="Arial"/>
                <a:cs typeface="Arial"/>
              </a:rPr>
              <a:t>Users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01445" y="2468678"/>
            <a:ext cx="4681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5B2D8E"/>
                </a:solidFill>
                <a:latin typeface="Arial"/>
                <a:cs typeface="Arial"/>
              </a:rPr>
              <a:t>Stakeholder</a:t>
            </a:r>
            <a:r>
              <a:rPr sz="3000" b="1" spc="-13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5B2D8E"/>
                </a:solidFill>
                <a:latin typeface="Arial"/>
                <a:cs typeface="Arial"/>
              </a:rPr>
              <a:t>Identification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32027" y="3553611"/>
            <a:ext cx="6043930" cy="5413375"/>
          </a:xfrm>
          <a:custGeom>
            <a:avLst/>
            <a:gdLst/>
            <a:ahLst/>
            <a:cxnLst/>
            <a:rect l="l" t="t" r="r" b="b"/>
            <a:pathLst>
              <a:path w="6043930" h="5413375">
                <a:moveTo>
                  <a:pt x="5558113" y="5413183"/>
                </a:moveTo>
                <a:lnTo>
                  <a:pt x="485774" y="5413183"/>
                </a:lnTo>
                <a:lnTo>
                  <a:pt x="437762" y="5410806"/>
                </a:lnTo>
                <a:lnTo>
                  <a:pt x="390562" y="5403763"/>
                </a:lnTo>
                <a:lnTo>
                  <a:pt x="344494" y="5392185"/>
                </a:lnTo>
                <a:lnTo>
                  <a:pt x="299876" y="5376206"/>
                </a:lnTo>
                <a:lnTo>
                  <a:pt x="257028" y="5355956"/>
                </a:lnTo>
                <a:lnTo>
                  <a:pt x="216266" y="5331567"/>
                </a:lnTo>
                <a:lnTo>
                  <a:pt x="177911" y="5303173"/>
                </a:lnTo>
                <a:lnTo>
                  <a:pt x="142280" y="5270903"/>
                </a:lnTo>
                <a:lnTo>
                  <a:pt x="110010" y="5235272"/>
                </a:lnTo>
                <a:lnTo>
                  <a:pt x="81615" y="5196917"/>
                </a:lnTo>
                <a:lnTo>
                  <a:pt x="57227" y="5156155"/>
                </a:lnTo>
                <a:lnTo>
                  <a:pt x="36977" y="5113306"/>
                </a:lnTo>
                <a:lnTo>
                  <a:pt x="20997" y="5068689"/>
                </a:lnTo>
                <a:lnTo>
                  <a:pt x="9420" y="5022621"/>
                </a:lnTo>
                <a:lnTo>
                  <a:pt x="2377" y="4975421"/>
                </a:lnTo>
                <a:lnTo>
                  <a:pt x="0" y="492740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5558113" y="0"/>
                </a:lnTo>
                <a:lnTo>
                  <a:pt x="5606126" y="2377"/>
                </a:lnTo>
                <a:lnTo>
                  <a:pt x="5653326" y="9420"/>
                </a:lnTo>
                <a:lnTo>
                  <a:pt x="5699394" y="20997"/>
                </a:lnTo>
                <a:lnTo>
                  <a:pt x="5744012" y="36977"/>
                </a:lnTo>
                <a:lnTo>
                  <a:pt x="5786860" y="57227"/>
                </a:lnTo>
                <a:lnTo>
                  <a:pt x="5827622" y="81615"/>
                </a:lnTo>
                <a:lnTo>
                  <a:pt x="5865978" y="110010"/>
                </a:lnTo>
                <a:lnTo>
                  <a:pt x="5901609" y="142280"/>
                </a:lnTo>
                <a:lnTo>
                  <a:pt x="5933878" y="177911"/>
                </a:lnTo>
                <a:lnTo>
                  <a:pt x="5962273" y="216266"/>
                </a:lnTo>
                <a:lnTo>
                  <a:pt x="5986661" y="257028"/>
                </a:lnTo>
                <a:lnTo>
                  <a:pt x="6006911" y="299876"/>
                </a:lnTo>
                <a:lnTo>
                  <a:pt x="6022891" y="344494"/>
                </a:lnTo>
                <a:lnTo>
                  <a:pt x="6034468" y="390562"/>
                </a:lnTo>
                <a:lnTo>
                  <a:pt x="6041511" y="437762"/>
                </a:lnTo>
                <a:lnTo>
                  <a:pt x="6043888" y="485774"/>
                </a:lnTo>
                <a:lnTo>
                  <a:pt x="6043888" y="4927408"/>
                </a:lnTo>
                <a:lnTo>
                  <a:pt x="6041511" y="4975421"/>
                </a:lnTo>
                <a:lnTo>
                  <a:pt x="6034468" y="5022621"/>
                </a:lnTo>
                <a:lnTo>
                  <a:pt x="6022891" y="5068689"/>
                </a:lnTo>
                <a:lnTo>
                  <a:pt x="6006911" y="5113306"/>
                </a:lnTo>
                <a:lnTo>
                  <a:pt x="5986661" y="5156155"/>
                </a:lnTo>
                <a:lnTo>
                  <a:pt x="5962273" y="5196917"/>
                </a:lnTo>
                <a:lnTo>
                  <a:pt x="5933878" y="5235272"/>
                </a:lnTo>
                <a:lnTo>
                  <a:pt x="5901609" y="5270903"/>
                </a:lnTo>
                <a:lnTo>
                  <a:pt x="5865978" y="5303173"/>
                </a:lnTo>
                <a:lnTo>
                  <a:pt x="5827622" y="5331567"/>
                </a:lnTo>
                <a:lnTo>
                  <a:pt x="5786860" y="5355956"/>
                </a:lnTo>
                <a:lnTo>
                  <a:pt x="5744012" y="5376206"/>
                </a:lnTo>
                <a:lnTo>
                  <a:pt x="5699394" y="5392185"/>
                </a:lnTo>
                <a:lnTo>
                  <a:pt x="5653326" y="5403763"/>
                </a:lnTo>
                <a:lnTo>
                  <a:pt x="5606126" y="5410806"/>
                </a:lnTo>
                <a:lnTo>
                  <a:pt x="5558113" y="54131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1886436" y="3644995"/>
            <a:ext cx="4819164" cy="4113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/ Career Cell</a:t>
            </a: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/ Mentors</a:t>
            </a: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82589"/>
              </p:ext>
            </p:extLst>
          </p:nvPr>
        </p:nvGraphicFramePr>
        <p:xfrm>
          <a:off x="8574679" y="3114437"/>
          <a:ext cx="8486775" cy="603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Support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Profile analysis, jobs, roadmap, application drafts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Cell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first-level advising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/ Mentor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Skill-gap &amp; roadmap summaries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Administrator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&amp; knowledge-source management</a:t>
                      </a:r>
                    </a:p>
                  </a:txBody>
                  <a:tcPr anchor="ctr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032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3196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941781" y="72303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Arial"/>
                <a:cs typeface="Arial"/>
              </a:rPr>
              <a:t>3</a:t>
            </a:r>
            <a:endParaRPr sz="42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9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04" dirty="0"/>
              <a:t> </a:t>
            </a:r>
            <a:r>
              <a:rPr dirty="0"/>
              <a:t>System:</a:t>
            </a:r>
            <a:r>
              <a:rPr spc="-200" dirty="0"/>
              <a:t> </a:t>
            </a:r>
            <a:r>
              <a:rPr dirty="0"/>
              <a:t>Analysis</a:t>
            </a:r>
            <a:r>
              <a:rPr spc="-204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52" name="object 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20437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00322" y="2387069"/>
            <a:ext cx="16468725" cy="6505575"/>
            <a:chOff x="900322" y="2387069"/>
            <a:chExt cx="16468725" cy="6505575"/>
          </a:xfrm>
        </p:grpSpPr>
        <p:sp>
          <p:nvSpPr>
            <p:cNvPr id="5" name="object 5"/>
            <p:cNvSpPr/>
            <p:nvPr/>
          </p:nvSpPr>
          <p:spPr>
            <a:xfrm>
              <a:off x="919238" y="2406119"/>
              <a:ext cx="16431260" cy="6470015"/>
            </a:xfrm>
            <a:custGeom>
              <a:avLst/>
              <a:gdLst/>
              <a:ahLst/>
              <a:cxnLst/>
              <a:rect l="l" t="t" r="r" b="b"/>
              <a:pathLst>
                <a:path w="16431260" h="6470015">
                  <a:moveTo>
                    <a:pt x="16284129" y="6469856"/>
                  </a:moveTo>
                  <a:lnTo>
                    <a:pt x="147065" y="6469856"/>
                  </a:lnTo>
                  <a:lnTo>
                    <a:pt x="100628" y="6462361"/>
                  </a:lnTo>
                  <a:lnTo>
                    <a:pt x="60252" y="6441488"/>
                  </a:lnTo>
                  <a:lnTo>
                    <a:pt x="28408" y="6409656"/>
                  </a:lnTo>
                  <a:lnTo>
                    <a:pt x="7513" y="6369284"/>
                  </a:lnTo>
                  <a:lnTo>
                    <a:pt x="0" y="6322790"/>
                  </a:lnTo>
                  <a:lnTo>
                    <a:pt x="0" y="147065"/>
                  </a:lnTo>
                  <a:lnTo>
                    <a:pt x="7495" y="100571"/>
                  </a:lnTo>
                  <a:lnTo>
                    <a:pt x="28367" y="60199"/>
                  </a:lnTo>
                  <a:lnTo>
                    <a:pt x="60199" y="28367"/>
                  </a:lnTo>
                  <a:lnTo>
                    <a:pt x="100571" y="7495"/>
                  </a:lnTo>
                  <a:lnTo>
                    <a:pt x="147065" y="0"/>
                  </a:lnTo>
                  <a:lnTo>
                    <a:pt x="16284129" y="0"/>
                  </a:lnTo>
                  <a:lnTo>
                    <a:pt x="16330623" y="7495"/>
                  </a:lnTo>
                  <a:lnTo>
                    <a:pt x="16370995" y="28367"/>
                  </a:lnTo>
                  <a:lnTo>
                    <a:pt x="16402826" y="60199"/>
                  </a:lnTo>
                  <a:lnTo>
                    <a:pt x="16423699" y="100571"/>
                  </a:lnTo>
                  <a:lnTo>
                    <a:pt x="16431194" y="147065"/>
                  </a:lnTo>
                  <a:lnTo>
                    <a:pt x="16431194" y="6322790"/>
                  </a:lnTo>
                  <a:lnTo>
                    <a:pt x="16423699" y="6369284"/>
                  </a:lnTo>
                  <a:lnTo>
                    <a:pt x="16402826" y="6409656"/>
                  </a:lnTo>
                  <a:lnTo>
                    <a:pt x="16370995" y="6441488"/>
                  </a:lnTo>
                  <a:lnTo>
                    <a:pt x="16330623" y="6462361"/>
                  </a:lnTo>
                  <a:lnTo>
                    <a:pt x="16284129" y="646985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372" y="2406119"/>
              <a:ext cx="16430625" cy="6467475"/>
            </a:xfrm>
            <a:custGeom>
              <a:avLst/>
              <a:gdLst/>
              <a:ahLst/>
              <a:cxnLst/>
              <a:rect l="l" t="t" r="r" b="b"/>
              <a:pathLst>
                <a:path w="16430625" h="6467475">
                  <a:moveTo>
                    <a:pt x="16430488" y="6325328"/>
                  </a:moveTo>
                  <a:lnTo>
                    <a:pt x="16423422" y="6369176"/>
                  </a:lnTo>
                  <a:lnTo>
                    <a:pt x="16402549" y="6409548"/>
                  </a:lnTo>
                  <a:lnTo>
                    <a:pt x="16370717" y="6441379"/>
                  </a:lnTo>
                  <a:lnTo>
                    <a:pt x="16330345" y="6462251"/>
                  </a:lnTo>
                  <a:lnTo>
                    <a:pt x="16297941" y="6467473"/>
                  </a:lnTo>
                </a:path>
                <a:path w="16430625" h="6467475">
                  <a:moveTo>
                    <a:pt x="132991" y="6467474"/>
                  </a:moveTo>
                  <a:lnTo>
                    <a:pt x="60210" y="6441338"/>
                  </a:lnTo>
                  <a:lnTo>
                    <a:pt x="28382" y="6409497"/>
                  </a:lnTo>
                  <a:lnTo>
                    <a:pt x="7507" y="6369136"/>
                  </a:lnTo>
                  <a:lnTo>
                    <a:pt x="0" y="6322682"/>
                  </a:lnTo>
                  <a:lnTo>
                    <a:pt x="0" y="147063"/>
                  </a:lnTo>
                  <a:lnTo>
                    <a:pt x="7494" y="100570"/>
                  </a:lnTo>
                  <a:lnTo>
                    <a:pt x="28367" y="60198"/>
                  </a:lnTo>
                  <a:lnTo>
                    <a:pt x="60198" y="28367"/>
                  </a:lnTo>
                  <a:lnTo>
                    <a:pt x="100570" y="7495"/>
                  </a:lnTo>
                  <a:lnTo>
                    <a:pt x="147063" y="0"/>
                  </a:lnTo>
                  <a:lnTo>
                    <a:pt x="16283851" y="0"/>
                  </a:lnTo>
                  <a:lnTo>
                    <a:pt x="16330345" y="7494"/>
                  </a:lnTo>
                  <a:lnTo>
                    <a:pt x="16370717" y="28366"/>
                  </a:lnTo>
                  <a:lnTo>
                    <a:pt x="16402549" y="60198"/>
                  </a:lnTo>
                  <a:lnTo>
                    <a:pt x="16423422" y="100569"/>
                  </a:lnTo>
                  <a:lnTo>
                    <a:pt x="16430488" y="144417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74441" y="3400424"/>
            <a:ext cx="5038725" cy="2457450"/>
            <a:chOff x="1274441" y="3400424"/>
            <a:chExt cx="5038725" cy="2457450"/>
          </a:xfrm>
        </p:grpSpPr>
        <p:sp>
          <p:nvSpPr>
            <p:cNvPr id="11" name="object 11"/>
            <p:cNvSpPr/>
            <p:nvPr/>
          </p:nvSpPr>
          <p:spPr>
            <a:xfrm>
              <a:off x="1293494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8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8" y="59417"/>
                  </a:lnTo>
                  <a:lnTo>
                    <a:pt x="59417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8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2"/>
                  </a:lnTo>
                  <a:lnTo>
                    <a:pt x="4999359" y="2293857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3491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4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08759" y="362102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036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6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20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2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20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6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20343" y="37321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30627" y="3711996"/>
            <a:ext cx="3061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Input</a:t>
            </a:r>
            <a:endParaRPr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00820" y="3400424"/>
            <a:ext cx="5038725" cy="2457450"/>
            <a:chOff x="6600820" y="3400424"/>
            <a:chExt cx="5038725" cy="2457450"/>
          </a:xfrm>
        </p:grpSpPr>
        <p:sp>
          <p:nvSpPr>
            <p:cNvPr id="17" name="object 17"/>
            <p:cNvSpPr/>
            <p:nvPr/>
          </p:nvSpPr>
          <p:spPr>
            <a:xfrm>
              <a:off x="6619873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7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8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1"/>
                  </a:lnTo>
                  <a:lnTo>
                    <a:pt x="4999359" y="2293858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19870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35139" y="362102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46723" y="37321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82171" y="3710957"/>
            <a:ext cx="34984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&amp; Career Analysis</a:t>
            </a:r>
            <a:endParaRPr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927200" y="3400424"/>
            <a:ext cx="5038725" cy="2457450"/>
            <a:chOff x="11927200" y="3400424"/>
            <a:chExt cx="5038725" cy="2457450"/>
          </a:xfrm>
        </p:grpSpPr>
        <p:sp>
          <p:nvSpPr>
            <p:cNvPr id="23" name="object 23"/>
            <p:cNvSpPr/>
            <p:nvPr/>
          </p:nvSpPr>
          <p:spPr>
            <a:xfrm>
              <a:off x="11946253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7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8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8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7" y="0"/>
                  </a:lnTo>
                  <a:lnTo>
                    <a:pt x="4903262" y="7397"/>
                  </a:lnTo>
                  <a:lnTo>
                    <a:pt x="4943112" y="27998"/>
                  </a:lnTo>
                  <a:lnTo>
                    <a:pt x="4974531" y="59417"/>
                  </a:lnTo>
                  <a:lnTo>
                    <a:pt x="4995132" y="99267"/>
                  </a:lnTo>
                  <a:lnTo>
                    <a:pt x="4999359" y="125486"/>
                  </a:lnTo>
                  <a:lnTo>
                    <a:pt x="4999359" y="2293863"/>
                  </a:lnTo>
                  <a:lnTo>
                    <a:pt x="4974531" y="2359932"/>
                  </a:lnTo>
                  <a:lnTo>
                    <a:pt x="4943112" y="2391350"/>
                  </a:lnTo>
                  <a:lnTo>
                    <a:pt x="4903262" y="2411952"/>
                  </a:lnTo>
                  <a:lnTo>
                    <a:pt x="4857367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946250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2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8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1" y="27953"/>
                  </a:lnTo>
                  <a:lnTo>
                    <a:pt x="4974521" y="59390"/>
                  </a:lnTo>
                  <a:lnTo>
                    <a:pt x="4995137" y="99274"/>
                  </a:lnTo>
                  <a:lnTo>
                    <a:pt x="5000508" y="13336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61520" y="362102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3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3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373104" y="37321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921486" y="3711996"/>
            <a:ext cx="353059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Discovery &amp; Skill-Gap</a:t>
            </a:r>
            <a:r>
              <a:rPr lang="en-IN" sz="2400" b="1" dirty="0">
                <a:solidFill>
                  <a:srgbClr val="7030A0"/>
                </a:solidFill>
              </a:rPr>
              <a:t> Analysis</a:t>
            </a:r>
            <a:endParaRPr sz="2400" b="1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50202" y="4262015"/>
            <a:ext cx="3771900" cy="150553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219"/>
              </a:spcBef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the student’s academic background, skills, projects, experience, and career interests.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11117" y="4330795"/>
            <a:ext cx="4071620" cy="150553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9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profile and identifies suitable career directions and relevant capabilities.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333602" y="4330795"/>
            <a:ext cx="4304195" cy="138242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219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the structured job database and compare job requirements with the student’s existing skills to identify gaps.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74441" y="6143625"/>
            <a:ext cx="5038725" cy="2457450"/>
            <a:chOff x="1274441" y="6143625"/>
            <a:chExt cx="5038725" cy="2457450"/>
          </a:xfrm>
        </p:grpSpPr>
        <p:sp>
          <p:nvSpPr>
            <p:cNvPr id="29" name="object 29"/>
            <p:cNvSpPr/>
            <p:nvPr/>
          </p:nvSpPr>
          <p:spPr>
            <a:xfrm>
              <a:off x="1293494" y="61626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8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8" y="59417"/>
                  </a:lnTo>
                  <a:lnTo>
                    <a:pt x="59417" y="27999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9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2"/>
                  </a:lnTo>
                  <a:lnTo>
                    <a:pt x="4999359" y="2293857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3491" y="6162675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4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08759" y="636422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036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6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20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2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20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6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720343" y="64753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30627" y="6463347"/>
            <a:ext cx="388619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Knowledge Retrieval</a:t>
            </a:r>
            <a:endParaRPr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00820" y="6143625"/>
            <a:ext cx="5038725" cy="2457450"/>
            <a:chOff x="6600820" y="6143625"/>
            <a:chExt cx="5038725" cy="2457450"/>
          </a:xfrm>
        </p:grpSpPr>
        <p:sp>
          <p:nvSpPr>
            <p:cNvPr id="35" name="object 35"/>
            <p:cNvSpPr/>
            <p:nvPr/>
          </p:nvSpPr>
          <p:spPr>
            <a:xfrm>
              <a:off x="6619873" y="61626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7" y="27999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9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1"/>
                  </a:lnTo>
                  <a:lnTo>
                    <a:pt x="4999359" y="2293858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19870" y="6162675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35139" y="636422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046723" y="64753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23303" y="6360270"/>
            <a:ext cx="389674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 Generation</a:t>
            </a:r>
            <a:endParaRPr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1927200" y="6143625"/>
            <a:ext cx="5038725" cy="2457450"/>
            <a:chOff x="11927200" y="6143625"/>
            <a:chExt cx="5038725" cy="2457450"/>
          </a:xfrm>
        </p:grpSpPr>
        <p:sp>
          <p:nvSpPr>
            <p:cNvPr id="41" name="object 41"/>
            <p:cNvSpPr/>
            <p:nvPr/>
          </p:nvSpPr>
          <p:spPr>
            <a:xfrm>
              <a:off x="11946253" y="61626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7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8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8" y="27999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7" y="0"/>
                  </a:lnTo>
                  <a:lnTo>
                    <a:pt x="4903262" y="7397"/>
                  </a:lnTo>
                  <a:lnTo>
                    <a:pt x="4943112" y="27999"/>
                  </a:lnTo>
                  <a:lnTo>
                    <a:pt x="4974531" y="59417"/>
                  </a:lnTo>
                  <a:lnTo>
                    <a:pt x="4995132" y="99267"/>
                  </a:lnTo>
                  <a:lnTo>
                    <a:pt x="4999359" y="125486"/>
                  </a:lnTo>
                  <a:lnTo>
                    <a:pt x="4999359" y="2293863"/>
                  </a:lnTo>
                  <a:lnTo>
                    <a:pt x="4974531" y="2359932"/>
                  </a:lnTo>
                  <a:lnTo>
                    <a:pt x="4943112" y="2391350"/>
                  </a:lnTo>
                  <a:lnTo>
                    <a:pt x="4903262" y="2411952"/>
                  </a:lnTo>
                  <a:lnTo>
                    <a:pt x="4857367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946250" y="61626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2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8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1" y="59390"/>
                  </a:lnTo>
                  <a:lnTo>
                    <a:pt x="4995137" y="99274"/>
                  </a:lnTo>
                  <a:lnTo>
                    <a:pt x="5000508" y="13336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161520" y="636422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3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3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2373104" y="64753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921486" y="6362760"/>
            <a:ext cx="381827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Human Approval</a:t>
            </a:r>
            <a:endParaRPr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47976" y="6988921"/>
            <a:ext cx="4468848" cy="138242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9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determines whether additional career or skill-roadmap knowledge is required and retrieves relevant information when necessary.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11117" y="7194391"/>
            <a:ext cx="4530744" cy="138242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9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customized learning roadmap and application materials based on the identified career goals and skill gaps.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333602" y="7090526"/>
            <a:ext cx="4589547" cy="1259318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9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the generated content for unsupported claims, refine it when required, and obtain human approval before any consequential application action.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41781" y="72303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4</a:t>
            </a:r>
            <a:endParaRPr sz="4200"/>
          </a:p>
        </p:txBody>
      </p:sp>
      <p:sp>
        <p:nvSpPr>
          <p:cNvPr id="2" name="object 2"/>
          <p:cNvSpPr txBox="1"/>
          <p:nvPr/>
        </p:nvSpPr>
        <p:spPr>
          <a:xfrm>
            <a:off x="1777561" y="749519"/>
            <a:ext cx="9443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Proposed</a:t>
            </a:r>
            <a:r>
              <a:rPr sz="4800" b="1" spc="-175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System:</a:t>
            </a:r>
            <a:r>
              <a:rPr sz="4800" b="1" spc="-17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Data</a:t>
            </a:r>
            <a:r>
              <a:rPr sz="4800" b="1" spc="-170" dirty="0">
                <a:solidFill>
                  <a:srgbClr val="5B2D8E"/>
                </a:solidFill>
                <a:latin typeface="Arial"/>
                <a:cs typeface="Arial"/>
              </a:rPr>
              <a:t>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Sources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58156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00322" y="2387069"/>
            <a:ext cx="16468725" cy="6505575"/>
            <a:chOff x="900322" y="2387069"/>
            <a:chExt cx="16468725" cy="6505575"/>
          </a:xfrm>
        </p:grpSpPr>
        <p:sp>
          <p:nvSpPr>
            <p:cNvPr id="5" name="object 5"/>
            <p:cNvSpPr/>
            <p:nvPr/>
          </p:nvSpPr>
          <p:spPr>
            <a:xfrm>
              <a:off x="919238" y="2406119"/>
              <a:ext cx="16431260" cy="6470015"/>
            </a:xfrm>
            <a:custGeom>
              <a:avLst/>
              <a:gdLst/>
              <a:ahLst/>
              <a:cxnLst/>
              <a:rect l="l" t="t" r="r" b="b"/>
              <a:pathLst>
                <a:path w="16431260" h="6470015">
                  <a:moveTo>
                    <a:pt x="16284129" y="6469856"/>
                  </a:moveTo>
                  <a:lnTo>
                    <a:pt x="147065" y="6469856"/>
                  </a:lnTo>
                  <a:lnTo>
                    <a:pt x="100628" y="6462361"/>
                  </a:lnTo>
                  <a:lnTo>
                    <a:pt x="60252" y="6441488"/>
                  </a:lnTo>
                  <a:lnTo>
                    <a:pt x="28408" y="6409656"/>
                  </a:lnTo>
                  <a:lnTo>
                    <a:pt x="7513" y="6369284"/>
                  </a:lnTo>
                  <a:lnTo>
                    <a:pt x="0" y="6322790"/>
                  </a:lnTo>
                  <a:lnTo>
                    <a:pt x="0" y="147065"/>
                  </a:lnTo>
                  <a:lnTo>
                    <a:pt x="7495" y="100571"/>
                  </a:lnTo>
                  <a:lnTo>
                    <a:pt x="28367" y="60199"/>
                  </a:lnTo>
                  <a:lnTo>
                    <a:pt x="60199" y="28367"/>
                  </a:lnTo>
                  <a:lnTo>
                    <a:pt x="100571" y="7495"/>
                  </a:lnTo>
                  <a:lnTo>
                    <a:pt x="147065" y="0"/>
                  </a:lnTo>
                  <a:lnTo>
                    <a:pt x="16284129" y="0"/>
                  </a:lnTo>
                  <a:lnTo>
                    <a:pt x="16330623" y="7495"/>
                  </a:lnTo>
                  <a:lnTo>
                    <a:pt x="16370995" y="28367"/>
                  </a:lnTo>
                  <a:lnTo>
                    <a:pt x="16402826" y="60199"/>
                  </a:lnTo>
                  <a:lnTo>
                    <a:pt x="16423699" y="100571"/>
                  </a:lnTo>
                  <a:lnTo>
                    <a:pt x="16431194" y="147065"/>
                  </a:lnTo>
                  <a:lnTo>
                    <a:pt x="16431194" y="6322790"/>
                  </a:lnTo>
                  <a:lnTo>
                    <a:pt x="16423699" y="6369284"/>
                  </a:lnTo>
                  <a:lnTo>
                    <a:pt x="16402826" y="6409656"/>
                  </a:lnTo>
                  <a:lnTo>
                    <a:pt x="16370995" y="6441488"/>
                  </a:lnTo>
                  <a:lnTo>
                    <a:pt x="16330623" y="6462361"/>
                  </a:lnTo>
                  <a:lnTo>
                    <a:pt x="16284129" y="646985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372" y="2406119"/>
              <a:ext cx="16430625" cy="6467475"/>
            </a:xfrm>
            <a:custGeom>
              <a:avLst/>
              <a:gdLst/>
              <a:ahLst/>
              <a:cxnLst/>
              <a:rect l="l" t="t" r="r" b="b"/>
              <a:pathLst>
                <a:path w="16430625" h="6467475">
                  <a:moveTo>
                    <a:pt x="16430488" y="6325328"/>
                  </a:moveTo>
                  <a:lnTo>
                    <a:pt x="16423422" y="6369176"/>
                  </a:lnTo>
                  <a:lnTo>
                    <a:pt x="16402549" y="6409548"/>
                  </a:lnTo>
                  <a:lnTo>
                    <a:pt x="16370717" y="6441379"/>
                  </a:lnTo>
                  <a:lnTo>
                    <a:pt x="16330345" y="6462251"/>
                  </a:lnTo>
                  <a:lnTo>
                    <a:pt x="16297941" y="6467473"/>
                  </a:lnTo>
                </a:path>
                <a:path w="16430625" h="6467475">
                  <a:moveTo>
                    <a:pt x="132991" y="6467474"/>
                  </a:moveTo>
                  <a:lnTo>
                    <a:pt x="60210" y="6441338"/>
                  </a:lnTo>
                  <a:lnTo>
                    <a:pt x="28382" y="6409497"/>
                  </a:lnTo>
                  <a:lnTo>
                    <a:pt x="7507" y="6369136"/>
                  </a:lnTo>
                  <a:lnTo>
                    <a:pt x="0" y="6322682"/>
                  </a:lnTo>
                  <a:lnTo>
                    <a:pt x="0" y="147063"/>
                  </a:lnTo>
                  <a:lnTo>
                    <a:pt x="7494" y="100570"/>
                  </a:lnTo>
                  <a:lnTo>
                    <a:pt x="28367" y="60198"/>
                  </a:lnTo>
                  <a:lnTo>
                    <a:pt x="60198" y="28367"/>
                  </a:lnTo>
                  <a:lnTo>
                    <a:pt x="100570" y="7495"/>
                  </a:lnTo>
                  <a:lnTo>
                    <a:pt x="147063" y="0"/>
                  </a:lnTo>
                  <a:lnTo>
                    <a:pt x="16283851" y="0"/>
                  </a:lnTo>
                  <a:lnTo>
                    <a:pt x="16330345" y="7494"/>
                  </a:lnTo>
                  <a:lnTo>
                    <a:pt x="16370717" y="28366"/>
                  </a:lnTo>
                  <a:lnTo>
                    <a:pt x="16402549" y="60198"/>
                  </a:lnTo>
                  <a:lnTo>
                    <a:pt x="16423422" y="100569"/>
                  </a:lnTo>
                  <a:lnTo>
                    <a:pt x="16430488" y="144417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90319" y="2705734"/>
            <a:ext cx="15925681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a student’s academic profile and career goals into personalized, actionable career recommendations through an Agentic AI workflow.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90319" y="3711796"/>
            <a:ext cx="2962275" cy="3760470"/>
            <a:chOff x="1274444" y="3400424"/>
            <a:chExt cx="2962275" cy="3760470"/>
          </a:xfrm>
        </p:grpSpPr>
        <p:sp>
          <p:nvSpPr>
            <p:cNvPr id="11" name="object 11"/>
            <p:cNvSpPr/>
            <p:nvPr/>
          </p:nvSpPr>
          <p:spPr>
            <a:xfrm>
              <a:off x="1293494" y="3419474"/>
              <a:ext cx="2927350" cy="3722370"/>
            </a:xfrm>
            <a:custGeom>
              <a:avLst/>
              <a:gdLst/>
              <a:ahLst/>
              <a:cxnLst/>
              <a:rect l="l" t="t" r="r" b="b"/>
              <a:pathLst>
                <a:path w="2927350" h="3722370">
                  <a:moveTo>
                    <a:pt x="2751201" y="3722370"/>
                  </a:moveTo>
                  <a:lnTo>
                    <a:pt x="175641" y="3722370"/>
                  </a:lnTo>
                  <a:lnTo>
                    <a:pt x="128929" y="3716099"/>
                  </a:lnTo>
                  <a:lnTo>
                    <a:pt x="86966" y="3698402"/>
                  </a:lnTo>
                  <a:lnTo>
                    <a:pt x="51423" y="3670947"/>
                  </a:lnTo>
                  <a:lnTo>
                    <a:pt x="23967" y="3635403"/>
                  </a:lnTo>
                  <a:lnTo>
                    <a:pt x="6270" y="3593440"/>
                  </a:lnTo>
                  <a:lnTo>
                    <a:pt x="0" y="3546729"/>
                  </a:lnTo>
                  <a:lnTo>
                    <a:pt x="0" y="175641"/>
                  </a:lnTo>
                  <a:lnTo>
                    <a:pt x="6270" y="128929"/>
                  </a:lnTo>
                  <a:lnTo>
                    <a:pt x="23967" y="86966"/>
                  </a:lnTo>
                  <a:lnTo>
                    <a:pt x="51423" y="51423"/>
                  </a:lnTo>
                  <a:lnTo>
                    <a:pt x="86966" y="23967"/>
                  </a:lnTo>
                  <a:lnTo>
                    <a:pt x="128929" y="6270"/>
                  </a:lnTo>
                  <a:lnTo>
                    <a:pt x="175641" y="0"/>
                  </a:lnTo>
                  <a:lnTo>
                    <a:pt x="2751201" y="0"/>
                  </a:lnTo>
                  <a:lnTo>
                    <a:pt x="2797879" y="6270"/>
                  </a:lnTo>
                  <a:lnTo>
                    <a:pt x="2839832" y="23967"/>
                  </a:lnTo>
                  <a:lnTo>
                    <a:pt x="2875383" y="51423"/>
                  </a:lnTo>
                  <a:lnTo>
                    <a:pt x="2902853" y="86966"/>
                  </a:lnTo>
                  <a:lnTo>
                    <a:pt x="2920565" y="128929"/>
                  </a:lnTo>
                  <a:lnTo>
                    <a:pt x="2926842" y="175641"/>
                  </a:lnTo>
                  <a:lnTo>
                    <a:pt x="2926842" y="3546729"/>
                  </a:lnTo>
                  <a:lnTo>
                    <a:pt x="2920557" y="3593440"/>
                  </a:lnTo>
                  <a:lnTo>
                    <a:pt x="2902841" y="3635403"/>
                  </a:lnTo>
                  <a:lnTo>
                    <a:pt x="2875372" y="3670947"/>
                  </a:lnTo>
                  <a:lnTo>
                    <a:pt x="2839825" y="3698402"/>
                  </a:lnTo>
                  <a:lnTo>
                    <a:pt x="2797863" y="3716099"/>
                  </a:lnTo>
                  <a:lnTo>
                    <a:pt x="2751201" y="3722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3494" y="3419474"/>
              <a:ext cx="2924175" cy="3722370"/>
            </a:xfrm>
            <a:custGeom>
              <a:avLst/>
              <a:gdLst/>
              <a:ahLst/>
              <a:cxnLst/>
              <a:rect l="l" t="t" r="r" b="b"/>
              <a:pathLst>
                <a:path w="2924175" h="3722370">
                  <a:moveTo>
                    <a:pt x="2924178" y="3565442"/>
                  </a:moveTo>
                  <a:lnTo>
                    <a:pt x="2902738" y="3635262"/>
                  </a:lnTo>
                  <a:lnTo>
                    <a:pt x="2875284" y="3670811"/>
                  </a:lnTo>
                  <a:lnTo>
                    <a:pt x="2839742" y="3698280"/>
                  </a:lnTo>
                  <a:lnTo>
                    <a:pt x="2797781" y="3715991"/>
                  </a:lnTo>
                  <a:lnTo>
                    <a:pt x="2751071" y="3722267"/>
                  </a:lnTo>
                  <a:lnTo>
                    <a:pt x="175632" y="3722267"/>
                  </a:lnTo>
                  <a:lnTo>
                    <a:pt x="128923" y="3715997"/>
                  </a:lnTo>
                  <a:lnTo>
                    <a:pt x="86962" y="3698301"/>
                  </a:lnTo>
                  <a:lnTo>
                    <a:pt x="51420" y="3670846"/>
                  </a:lnTo>
                  <a:lnTo>
                    <a:pt x="23966" y="3635304"/>
                  </a:lnTo>
                  <a:lnTo>
                    <a:pt x="6269" y="3593344"/>
                  </a:lnTo>
                  <a:lnTo>
                    <a:pt x="0" y="3546634"/>
                  </a:lnTo>
                  <a:lnTo>
                    <a:pt x="0" y="175704"/>
                  </a:lnTo>
                  <a:lnTo>
                    <a:pt x="6269" y="128995"/>
                  </a:lnTo>
                  <a:lnTo>
                    <a:pt x="23966" y="87034"/>
                  </a:lnTo>
                  <a:lnTo>
                    <a:pt x="51420" y="51492"/>
                  </a:lnTo>
                  <a:lnTo>
                    <a:pt x="86962" y="24038"/>
                  </a:lnTo>
                  <a:lnTo>
                    <a:pt x="128923" y="6342"/>
                  </a:lnTo>
                  <a:lnTo>
                    <a:pt x="175632" y="0"/>
                  </a:lnTo>
                  <a:lnTo>
                    <a:pt x="2751071" y="0"/>
                  </a:lnTo>
                  <a:lnTo>
                    <a:pt x="2797748" y="6341"/>
                  </a:lnTo>
                  <a:lnTo>
                    <a:pt x="2839699" y="24038"/>
                  </a:lnTo>
                  <a:lnTo>
                    <a:pt x="2875248" y="51492"/>
                  </a:lnTo>
                  <a:lnTo>
                    <a:pt x="2902717" y="87034"/>
                  </a:lnTo>
                  <a:lnTo>
                    <a:pt x="2920428" y="128995"/>
                  </a:lnTo>
                  <a:lnTo>
                    <a:pt x="2924174" y="156876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46606" y="3907392"/>
            <a:ext cx="2006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Input</a:t>
            </a:r>
            <a:endParaRPr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4348" y="4892579"/>
            <a:ext cx="2538805" cy="208646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academic details, technical skills, projects, experience, and career interests.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4446395" y="3716727"/>
            <a:ext cx="2987040" cy="3760470"/>
            <a:chOff x="4434808" y="3400424"/>
            <a:chExt cx="2987040" cy="3760470"/>
          </a:xfrm>
        </p:grpSpPr>
        <p:sp>
          <p:nvSpPr>
            <p:cNvPr id="16" name="object 16"/>
            <p:cNvSpPr/>
            <p:nvPr/>
          </p:nvSpPr>
          <p:spPr>
            <a:xfrm>
              <a:off x="4453858" y="3419474"/>
              <a:ext cx="2948940" cy="3719195"/>
            </a:xfrm>
            <a:custGeom>
              <a:avLst/>
              <a:gdLst/>
              <a:ahLst/>
              <a:cxnLst/>
              <a:rect l="l" t="t" r="r" b="b"/>
              <a:pathLst>
                <a:path w="2948940" h="3719195">
                  <a:moveTo>
                    <a:pt x="2796696" y="3719028"/>
                  </a:moveTo>
                  <a:lnTo>
                    <a:pt x="151867" y="3719028"/>
                  </a:lnTo>
                  <a:lnTo>
                    <a:pt x="129887" y="3716099"/>
                  </a:lnTo>
                  <a:lnTo>
                    <a:pt x="87613" y="3698402"/>
                  </a:lnTo>
                  <a:lnTo>
                    <a:pt x="51805" y="3670946"/>
                  </a:lnTo>
                  <a:lnTo>
                    <a:pt x="24145" y="3635403"/>
                  </a:lnTo>
                  <a:lnTo>
                    <a:pt x="6316" y="3593440"/>
                  </a:lnTo>
                  <a:lnTo>
                    <a:pt x="0" y="3546728"/>
                  </a:lnTo>
                  <a:lnTo>
                    <a:pt x="0" y="175641"/>
                  </a:lnTo>
                  <a:lnTo>
                    <a:pt x="6316" y="128929"/>
                  </a:lnTo>
                  <a:lnTo>
                    <a:pt x="24145" y="86966"/>
                  </a:lnTo>
                  <a:lnTo>
                    <a:pt x="51805" y="51423"/>
                  </a:lnTo>
                  <a:lnTo>
                    <a:pt x="87613" y="23967"/>
                  </a:lnTo>
                  <a:lnTo>
                    <a:pt x="129887" y="6270"/>
                  </a:lnTo>
                  <a:lnTo>
                    <a:pt x="176946" y="0"/>
                  </a:lnTo>
                  <a:lnTo>
                    <a:pt x="2771643" y="0"/>
                  </a:lnTo>
                  <a:lnTo>
                    <a:pt x="2818669" y="6270"/>
                  </a:lnTo>
                  <a:lnTo>
                    <a:pt x="2860934" y="23967"/>
                  </a:lnTo>
                  <a:lnTo>
                    <a:pt x="2896748" y="51423"/>
                  </a:lnTo>
                  <a:lnTo>
                    <a:pt x="2924422" y="86966"/>
                  </a:lnTo>
                  <a:lnTo>
                    <a:pt x="2942266" y="128929"/>
                  </a:lnTo>
                  <a:lnTo>
                    <a:pt x="2948590" y="175641"/>
                  </a:lnTo>
                  <a:lnTo>
                    <a:pt x="2948590" y="3546728"/>
                  </a:lnTo>
                  <a:lnTo>
                    <a:pt x="2942259" y="3593440"/>
                  </a:lnTo>
                  <a:lnTo>
                    <a:pt x="2924411" y="3635403"/>
                  </a:lnTo>
                  <a:lnTo>
                    <a:pt x="2896738" y="3670946"/>
                  </a:lnTo>
                  <a:lnTo>
                    <a:pt x="2860926" y="3698402"/>
                  </a:lnTo>
                  <a:lnTo>
                    <a:pt x="2818653" y="3716099"/>
                  </a:lnTo>
                  <a:lnTo>
                    <a:pt x="2796696" y="37190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53858" y="3419474"/>
              <a:ext cx="2948940" cy="3722370"/>
            </a:xfrm>
            <a:custGeom>
              <a:avLst/>
              <a:gdLst/>
              <a:ahLst/>
              <a:cxnLst/>
              <a:rect l="l" t="t" r="r" b="b"/>
              <a:pathLst>
                <a:path w="2948940" h="3722370">
                  <a:moveTo>
                    <a:pt x="0" y="175638"/>
                  </a:moveTo>
                  <a:lnTo>
                    <a:pt x="6318" y="128925"/>
                  </a:lnTo>
                  <a:lnTo>
                    <a:pt x="24149" y="86962"/>
                  </a:lnTo>
                  <a:lnTo>
                    <a:pt x="51810" y="51419"/>
                  </a:lnTo>
                  <a:lnTo>
                    <a:pt x="87619" y="23965"/>
                  </a:lnTo>
                  <a:lnTo>
                    <a:pt x="129894" y="6269"/>
                  </a:lnTo>
                  <a:lnTo>
                    <a:pt x="176952" y="0"/>
                  </a:lnTo>
                  <a:lnTo>
                    <a:pt x="2771629" y="0"/>
                  </a:lnTo>
                  <a:lnTo>
                    <a:pt x="2818656" y="6264"/>
                  </a:lnTo>
                  <a:lnTo>
                    <a:pt x="2860924" y="23960"/>
                  </a:lnTo>
                  <a:lnTo>
                    <a:pt x="2896742" y="51415"/>
                  </a:lnTo>
                  <a:lnTo>
                    <a:pt x="2924420" y="86960"/>
                  </a:lnTo>
                  <a:lnTo>
                    <a:pt x="2942266" y="128926"/>
                  </a:lnTo>
                  <a:lnTo>
                    <a:pt x="2948590" y="175639"/>
                  </a:lnTo>
                  <a:lnTo>
                    <a:pt x="2948593" y="3546702"/>
                  </a:lnTo>
                  <a:lnTo>
                    <a:pt x="2942281" y="3593388"/>
                  </a:lnTo>
                  <a:lnTo>
                    <a:pt x="2924452" y="3635350"/>
                  </a:lnTo>
                  <a:lnTo>
                    <a:pt x="2896789" y="3670907"/>
                  </a:lnTo>
                  <a:lnTo>
                    <a:pt x="2860974" y="3698381"/>
                  </a:lnTo>
                  <a:lnTo>
                    <a:pt x="2818692" y="3716094"/>
                  </a:lnTo>
                  <a:lnTo>
                    <a:pt x="2771629" y="3722369"/>
                  </a:lnTo>
                  <a:lnTo>
                    <a:pt x="176948" y="3722370"/>
                  </a:lnTo>
                  <a:lnTo>
                    <a:pt x="129882" y="3716097"/>
                  </a:lnTo>
                  <a:lnTo>
                    <a:pt x="87603" y="3698394"/>
                  </a:lnTo>
                  <a:lnTo>
                    <a:pt x="51793" y="3670931"/>
                  </a:lnTo>
                  <a:lnTo>
                    <a:pt x="24136" y="3635380"/>
                  </a:lnTo>
                  <a:lnTo>
                    <a:pt x="6313" y="3593413"/>
                  </a:lnTo>
                  <a:lnTo>
                    <a:pt x="0" y="3546700"/>
                  </a:lnTo>
                  <a:lnTo>
                    <a:pt x="0" y="175638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631562" y="3908517"/>
            <a:ext cx="25656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Analysis</a:t>
            </a:r>
            <a:endParaRPr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20819" y="4911629"/>
            <a:ext cx="2816574" cy="231794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 &amp; Goal                            Analysis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profile and determines the appropriate career direction and next action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7618602" y="3740339"/>
            <a:ext cx="2962275" cy="3760470"/>
            <a:chOff x="7638668" y="3400424"/>
            <a:chExt cx="2962275" cy="3760470"/>
          </a:xfrm>
        </p:grpSpPr>
        <p:sp>
          <p:nvSpPr>
            <p:cNvPr id="21" name="object 21"/>
            <p:cNvSpPr/>
            <p:nvPr/>
          </p:nvSpPr>
          <p:spPr>
            <a:xfrm>
              <a:off x="7657718" y="3419474"/>
              <a:ext cx="2927350" cy="3722370"/>
            </a:xfrm>
            <a:custGeom>
              <a:avLst/>
              <a:gdLst/>
              <a:ahLst/>
              <a:cxnLst/>
              <a:rect l="l" t="t" r="r" b="b"/>
              <a:pathLst>
                <a:path w="2927350" h="3722370">
                  <a:moveTo>
                    <a:pt x="2751201" y="3722370"/>
                  </a:moveTo>
                  <a:lnTo>
                    <a:pt x="175641" y="3722370"/>
                  </a:lnTo>
                  <a:lnTo>
                    <a:pt x="128929" y="3716099"/>
                  </a:lnTo>
                  <a:lnTo>
                    <a:pt x="86966" y="3698402"/>
                  </a:lnTo>
                  <a:lnTo>
                    <a:pt x="51423" y="3670947"/>
                  </a:lnTo>
                  <a:lnTo>
                    <a:pt x="23967" y="3635403"/>
                  </a:lnTo>
                  <a:lnTo>
                    <a:pt x="6270" y="3593440"/>
                  </a:lnTo>
                  <a:lnTo>
                    <a:pt x="0" y="3546729"/>
                  </a:lnTo>
                  <a:lnTo>
                    <a:pt x="0" y="175641"/>
                  </a:lnTo>
                  <a:lnTo>
                    <a:pt x="6270" y="128929"/>
                  </a:lnTo>
                  <a:lnTo>
                    <a:pt x="23967" y="86966"/>
                  </a:lnTo>
                  <a:lnTo>
                    <a:pt x="51423" y="51423"/>
                  </a:lnTo>
                  <a:lnTo>
                    <a:pt x="86966" y="23967"/>
                  </a:lnTo>
                  <a:lnTo>
                    <a:pt x="128929" y="6270"/>
                  </a:lnTo>
                  <a:lnTo>
                    <a:pt x="175641" y="0"/>
                  </a:lnTo>
                  <a:lnTo>
                    <a:pt x="2751201" y="0"/>
                  </a:lnTo>
                  <a:lnTo>
                    <a:pt x="2797879" y="6270"/>
                  </a:lnTo>
                  <a:lnTo>
                    <a:pt x="2839832" y="23967"/>
                  </a:lnTo>
                  <a:lnTo>
                    <a:pt x="2875383" y="51423"/>
                  </a:lnTo>
                  <a:lnTo>
                    <a:pt x="2902853" y="86966"/>
                  </a:lnTo>
                  <a:lnTo>
                    <a:pt x="2920565" y="128929"/>
                  </a:lnTo>
                  <a:lnTo>
                    <a:pt x="2926842" y="175641"/>
                  </a:lnTo>
                  <a:lnTo>
                    <a:pt x="2926842" y="3546729"/>
                  </a:lnTo>
                  <a:lnTo>
                    <a:pt x="2920557" y="3593440"/>
                  </a:lnTo>
                  <a:lnTo>
                    <a:pt x="2902841" y="3635403"/>
                  </a:lnTo>
                  <a:lnTo>
                    <a:pt x="2875372" y="3670947"/>
                  </a:lnTo>
                  <a:lnTo>
                    <a:pt x="2839825" y="3698402"/>
                  </a:lnTo>
                  <a:lnTo>
                    <a:pt x="2797863" y="3716099"/>
                  </a:lnTo>
                  <a:lnTo>
                    <a:pt x="2751201" y="3722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57718" y="3419474"/>
              <a:ext cx="2924175" cy="3722370"/>
            </a:xfrm>
            <a:custGeom>
              <a:avLst/>
              <a:gdLst/>
              <a:ahLst/>
              <a:cxnLst/>
              <a:rect l="l" t="t" r="r" b="b"/>
              <a:pathLst>
                <a:path w="2924175" h="3722370">
                  <a:moveTo>
                    <a:pt x="2924178" y="3565442"/>
                  </a:moveTo>
                  <a:lnTo>
                    <a:pt x="2902738" y="3635262"/>
                  </a:lnTo>
                  <a:lnTo>
                    <a:pt x="2875284" y="3670811"/>
                  </a:lnTo>
                  <a:lnTo>
                    <a:pt x="2839742" y="3698280"/>
                  </a:lnTo>
                  <a:lnTo>
                    <a:pt x="2797781" y="3715991"/>
                  </a:lnTo>
                  <a:lnTo>
                    <a:pt x="2751071" y="3722267"/>
                  </a:lnTo>
                  <a:lnTo>
                    <a:pt x="175632" y="3722267"/>
                  </a:lnTo>
                  <a:lnTo>
                    <a:pt x="128922" y="3715997"/>
                  </a:lnTo>
                  <a:lnTo>
                    <a:pt x="86962" y="3698301"/>
                  </a:lnTo>
                  <a:lnTo>
                    <a:pt x="51420" y="3670846"/>
                  </a:lnTo>
                  <a:lnTo>
                    <a:pt x="23966" y="3635304"/>
                  </a:lnTo>
                  <a:lnTo>
                    <a:pt x="6269" y="3593344"/>
                  </a:lnTo>
                  <a:lnTo>
                    <a:pt x="0" y="3546634"/>
                  </a:lnTo>
                  <a:lnTo>
                    <a:pt x="0" y="175704"/>
                  </a:lnTo>
                  <a:lnTo>
                    <a:pt x="6269" y="128995"/>
                  </a:lnTo>
                  <a:lnTo>
                    <a:pt x="23966" y="87034"/>
                  </a:lnTo>
                  <a:lnTo>
                    <a:pt x="51420" y="51492"/>
                  </a:lnTo>
                  <a:lnTo>
                    <a:pt x="86962" y="24038"/>
                  </a:lnTo>
                  <a:lnTo>
                    <a:pt x="128923" y="6342"/>
                  </a:lnTo>
                  <a:lnTo>
                    <a:pt x="175632" y="0"/>
                  </a:lnTo>
                  <a:lnTo>
                    <a:pt x="2751071" y="0"/>
                  </a:lnTo>
                  <a:lnTo>
                    <a:pt x="2797748" y="6341"/>
                  </a:lnTo>
                  <a:lnTo>
                    <a:pt x="2839699" y="24038"/>
                  </a:lnTo>
                  <a:lnTo>
                    <a:pt x="2875248" y="51492"/>
                  </a:lnTo>
                  <a:lnTo>
                    <a:pt x="2902717" y="87034"/>
                  </a:lnTo>
                  <a:lnTo>
                    <a:pt x="2920428" y="128995"/>
                  </a:lnTo>
                  <a:lnTo>
                    <a:pt x="2924174" y="156875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951088" y="3934396"/>
            <a:ext cx="2242820" cy="45909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9"/>
              </a:spcBef>
            </a:pP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Discovery</a:t>
            </a:r>
            <a:endParaRPr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8570" y="4921154"/>
            <a:ext cx="2560271" cy="248657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&amp; Skill Matching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relevant job opportunities and compares required skills with the student’s existing capabilities.</a:t>
            </a:r>
          </a:p>
        </p:txBody>
      </p:sp>
      <p:grpSp>
        <p:nvGrpSpPr>
          <p:cNvPr id="25" name="object 25"/>
          <p:cNvGrpSpPr/>
          <p:nvPr/>
        </p:nvGrpSpPr>
        <p:grpSpPr>
          <a:xfrm>
            <a:off x="10794333" y="3759389"/>
            <a:ext cx="2962275" cy="3760470"/>
            <a:chOff x="10820781" y="3400424"/>
            <a:chExt cx="2962275" cy="3760470"/>
          </a:xfrm>
        </p:grpSpPr>
        <p:sp>
          <p:nvSpPr>
            <p:cNvPr id="26" name="object 26"/>
            <p:cNvSpPr/>
            <p:nvPr/>
          </p:nvSpPr>
          <p:spPr>
            <a:xfrm>
              <a:off x="10839831" y="3419474"/>
              <a:ext cx="2927350" cy="3722370"/>
            </a:xfrm>
            <a:custGeom>
              <a:avLst/>
              <a:gdLst/>
              <a:ahLst/>
              <a:cxnLst/>
              <a:rect l="l" t="t" r="r" b="b"/>
              <a:pathLst>
                <a:path w="2927350" h="3722370">
                  <a:moveTo>
                    <a:pt x="2751201" y="3722370"/>
                  </a:moveTo>
                  <a:lnTo>
                    <a:pt x="175641" y="3722370"/>
                  </a:lnTo>
                  <a:lnTo>
                    <a:pt x="128929" y="3716099"/>
                  </a:lnTo>
                  <a:lnTo>
                    <a:pt x="86966" y="3698402"/>
                  </a:lnTo>
                  <a:lnTo>
                    <a:pt x="51423" y="3670947"/>
                  </a:lnTo>
                  <a:lnTo>
                    <a:pt x="23967" y="3635403"/>
                  </a:lnTo>
                  <a:lnTo>
                    <a:pt x="6270" y="3593440"/>
                  </a:lnTo>
                  <a:lnTo>
                    <a:pt x="0" y="3546729"/>
                  </a:lnTo>
                  <a:lnTo>
                    <a:pt x="0" y="175641"/>
                  </a:lnTo>
                  <a:lnTo>
                    <a:pt x="6270" y="128929"/>
                  </a:lnTo>
                  <a:lnTo>
                    <a:pt x="23967" y="86966"/>
                  </a:lnTo>
                  <a:lnTo>
                    <a:pt x="51423" y="51423"/>
                  </a:lnTo>
                  <a:lnTo>
                    <a:pt x="86966" y="23967"/>
                  </a:lnTo>
                  <a:lnTo>
                    <a:pt x="128929" y="6270"/>
                  </a:lnTo>
                  <a:lnTo>
                    <a:pt x="175641" y="0"/>
                  </a:lnTo>
                  <a:lnTo>
                    <a:pt x="2751201" y="0"/>
                  </a:lnTo>
                  <a:lnTo>
                    <a:pt x="2797879" y="6270"/>
                  </a:lnTo>
                  <a:lnTo>
                    <a:pt x="2839832" y="23967"/>
                  </a:lnTo>
                  <a:lnTo>
                    <a:pt x="2875383" y="51423"/>
                  </a:lnTo>
                  <a:lnTo>
                    <a:pt x="2902853" y="86966"/>
                  </a:lnTo>
                  <a:lnTo>
                    <a:pt x="2920565" y="128929"/>
                  </a:lnTo>
                  <a:lnTo>
                    <a:pt x="2926842" y="175641"/>
                  </a:lnTo>
                  <a:lnTo>
                    <a:pt x="2926842" y="3546729"/>
                  </a:lnTo>
                  <a:lnTo>
                    <a:pt x="2920557" y="3593440"/>
                  </a:lnTo>
                  <a:lnTo>
                    <a:pt x="2902841" y="3635403"/>
                  </a:lnTo>
                  <a:lnTo>
                    <a:pt x="2875372" y="3670947"/>
                  </a:lnTo>
                  <a:lnTo>
                    <a:pt x="2839825" y="3698402"/>
                  </a:lnTo>
                  <a:lnTo>
                    <a:pt x="2797863" y="3716099"/>
                  </a:lnTo>
                  <a:lnTo>
                    <a:pt x="2751201" y="3722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839831" y="3419474"/>
              <a:ext cx="2924175" cy="3722370"/>
            </a:xfrm>
            <a:custGeom>
              <a:avLst/>
              <a:gdLst/>
              <a:ahLst/>
              <a:cxnLst/>
              <a:rect l="l" t="t" r="r" b="b"/>
              <a:pathLst>
                <a:path w="2924175" h="3722370">
                  <a:moveTo>
                    <a:pt x="2924178" y="3565442"/>
                  </a:moveTo>
                  <a:lnTo>
                    <a:pt x="2902738" y="3635262"/>
                  </a:lnTo>
                  <a:lnTo>
                    <a:pt x="2875284" y="3670811"/>
                  </a:lnTo>
                  <a:lnTo>
                    <a:pt x="2839741" y="3698280"/>
                  </a:lnTo>
                  <a:lnTo>
                    <a:pt x="2797781" y="3715991"/>
                  </a:lnTo>
                  <a:lnTo>
                    <a:pt x="2751071" y="3722267"/>
                  </a:lnTo>
                  <a:lnTo>
                    <a:pt x="175632" y="3722267"/>
                  </a:lnTo>
                  <a:lnTo>
                    <a:pt x="128922" y="3715997"/>
                  </a:lnTo>
                  <a:lnTo>
                    <a:pt x="86962" y="3698301"/>
                  </a:lnTo>
                  <a:lnTo>
                    <a:pt x="51420" y="3670846"/>
                  </a:lnTo>
                  <a:lnTo>
                    <a:pt x="23966" y="3635304"/>
                  </a:lnTo>
                  <a:lnTo>
                    <a:pt x="6269" y="3593344"/>
                  </a:lnTo>
                  <a:lnTo>
                    <a:pt x="0" y="3546634"/>
                  </a:lnTo>
                  <a:lnTo>
                    <a:pt x="0" y="175704"/>
                  </a:lnTo>
                  <a:lnTo>
                    <a:pt x="6269" y="128995"/>
                  </a:lnTo>
                  <a:lnTo>
                    <a:pt x="23966" y="87034"/>
                  </a:lnTo>
                  <a:lnTo>
                    <a:pt x="51420" y="51492"/>
                  </a:lnTo>
                  <a:lnTo>
                    <a:pt x="86962" y="24038"/>
                  </a:lnTo>
                  <a:lnTo>
                    <a:pt x="128923" y="6342"/>
                  </a:lnTo>
                  <a:lnTo>
                    <a:pt x="175632" y="0"/>
                  </a:lnTo>
                  <a:lnTo>
                    <a:pt x="2751071" y="0"/>
                  </a:lnTo>
                  <a:lnTo>
                    <a:pt x="2797748" y="6341"/>
                  </a:lnTo>
                  <a:lnTo>
                    <a:pt x="2839699" y="24038"/>
                  </a:lnTo>
                  <a:lnTo>
                    <a:pt x="2875248" y="51492"/>
                  </a:lnTo>
                  <a:lnTo>
                    <a:pt x="2902717" y="87034"/>
                  </a:lnTo>
                  <a:lnTo>
                    <a:pt x="2920428" y="128995"/>
                  </a:lnTo>
                  <a:lnTo>
                    <a:pt x="2924174" y="156875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073382" y="3902138"/>
            <a:ext cx="2479039" cy="45909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9"/>
              </a:spcBef>
            </a:pP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RAG</a:t>
            </a:r>
            <a:endParaRPr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060683" y="4921154"/>
            <a:ext cx="2479040" cy="236410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algn="ctr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Knowledge Retrieval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when additional career or skill-roadmap knowledge is required and retrieves relevant information.</a:t>
            </a:r>
          </a:p>
        </p:txBody>
      </p:sp>
      <p:grpSp>
        <p:nvGrpSpPr>
          <p:cNvPr id="30" name="object 30"/>
          <p:cNvGrpSpPr/>
          <p:nvPr/>
        </p:nvGrpSpPr>
        <p:grpSpPr>
          <a:xfrm>
            <a:off x="14029056" y="3756246"/>
            <a:ext cx="2962275" cy="3760470"/>
            <a:chOff x="14002892" y="3400424"/>
            <a:chExt cx="2962275" cy="3760470"/>
          </a:xfrm>
        </p:grpSpPr>
        <p:sp>
          <p:nvSpPr>
            <p:cNvPr id="31" name="object 31"/>
            <p:cNvSpPr/>
            <p:nvPr/>
          </p:nvSpPr>
          <p:spPr>
            <a:xfrm>
              <a:off x="14021942" y="3419474"/>
              <a:ext cx="2927350" cy="3722370"/>
            </a:xfrm>
            <a:custGeom>
              <a:avLst/>
              <a:gdLst/>
              <a:ahLst/>
              <a:cxnLst/>
              <a:rect l="l" t="t" r="r" b="b"/>
              <a:pathLst>
                <a:path w="2927350" h="3722370">
                  <a:moveTo>
                    <a:pt x="2751201" y="3722370"/>
                  </a:moveTo>
                  <a:lnTo>
                    <a:pt x="175641" y="3722370"/>
                  </a:lnTo>
                  <a:lnTo>
                    <a:pt x="128929" y="3716099"/>
                  </a:lnTo>
                  <a:lnTo>
                    <a:pt x="86966" y="3698402"/>
                  </a:lnTo>
                  <a:lnTo>
                    <a:pt x="51423" y="3670947"/>
                  </a:lnTo>
                  <a:lnTo>
                    <a:pt x="23967" y="3635403"/>
                  </a:lnTo>
                  <a:lnTo>
                    <a:pt x="6270" y="3593440"/>
                  </a:lnTo>
                  <a:lnTo>
                    <a:pt x="0" y="3546729"/>
                  </a:lnTo>
                  <a:lnTo>
                    <a:pt x="0" y="175641"/>
                  </a:lnTo>
                  <a:lnTo>
                    <a:pt x="6270" y="128929"/>
                  </a:lnTo>
                  <a:lnTo>
                    <a:pt x="23967" y="86966"/>
                  </a:lnTo>
                  <a:lnTo>
                    <a:pt x="51423" y="51423"/>
                  </a:lnTo>
                  <a:lnTo>
                    <a:pt x="86966" y="23967"/>
                  </a:lnTo>
                  <a:lnTo>
                    <a:pt x="128929" y="6270"/>
                  </a:lnTo>
                  <a:lnTo>
                    <a:pt x="175641" y="0"/>
                  </a:lnTo>
                  <a:lnTo>
                    <a:pt x="2751201" y="0"/>
                  </a:lnTo>
                  <a:lnTo>
                    <a:pt x="2797879" y="6270"/>
                  </a:lnTo>
                  <a:lnTo>
                    <a:pt x="2839832" y="23967"/>
                  </a:lnTo>
                  <a:lnTo>
                    <a:pt x="2875383" y="51423"/>
                  </a:lnTo>
                  <a:lnTo>
                    <a:pt x="2902853" y="86966"/>
                  </a:lnTo>
                  <a:lnTo>
                    <a:pt x="2920565" y="128929"/>
                  </a:lnTo>
                  <a:lnTo>
                    <a:pt x="2926842" y="175641"/>
                  </a:lnTo>
                  <a:lnTo>
                    <a:pt x="2926842" y="3546729"/>
                  </a:lnTo>
                  <a:lnTo>
                    <a:pt x="2920557" y="3593440"/>
                  </a:lnTo>
                  <a:lnTo>
                    <a:pt x="2902841" y="3635403"/>
                  </a:lnTo>
                  <a:lnTo>
                    <a:pt x="2875372" y="3670947"/>
                  </a:lnTo>
                  <a:lnTo>
                    <a:pt x="2839825" y="3698402"/>
                  </a:lnTo>
                  <a:lnTo>
                    <a:pt x="2797863" y="3716099"/>
                  </a:lnTo>
                  <a:lnTo>
                    <a:pt x="2751201" y="3722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021942" y="3419474"/>
              <a:ext cx="2924175" cy="3722370"/>
            </a:xfrm>
            <a:custGeom>
              <a:avLst/>
              <a:gdLst/>
              <a:ahLst/>
              <a:cxnLst/>
              <a:rect l="l" t="t" r="r" b="b"/>
              <a:pathLst>
                <a:path w="2924175" h="3722370">
                  <a:moveTo>
                    <a:pt x="2924178" y="3565442"/>
                  </a:moveTo>
                  <a:lnTo>
                    <a:pt x="2902738" y="3635262"/>
                  </a:lnTo>
                  <a:lnTo>
                    <a:pt x="2875284" y="3670811"/>
                  </a:lnTo>
                  <a:lnTo>
                    <a:pt x="2839741" y="3698280"/>
                  </a:lnTo>
                  <a:lnTo>
                    <a:pt x="2797781" y="3715991"/>
                  </a:lnTo>
                  <a:lnTo>
                    <a:pt x="2751071" y="3722267"/>
                  </a:lnTo>
                  <a:lnTo>
                    <a:pt x="175632" y="3722267"/>
                  </a:lnTo>
                  <a:lnTo>
                    <a:pt x="128922" y="3715997"/>
                  </a:lnTo>
                  <a:lnTo>
                    <a:pt x="86962" y="3698300"/>
                  </a:lnTo>
                  <a:lnTo>
                    <a:pt x="51420" y="3670846"/>
                  </a:lnTo>
                  <a:lnTo>
                    <a:pt x="23966" y="3635304"/>
                  </a:lnTo>
                  <a:lnTo>
                    <a:pt x="6269" y="3593344"/>
                  </a:lnTo>
                  <a:lnTo>
                    <a:pt x="0" y="3546634"/>
                  </a:lnTo>
                  <a:lnTo>
                    <a:pt x="0" y="175704"/>
                  </a:lnTo>
                  <a:lnTo>
                    <a:pt x="6269" y="128995"/>
                  </a:lnTo>
                  <a:lnTo>
                    <a:pt x="23966" y="87035"/>
                  </a:lnTo>
                  <a:lnTo>
                    <a:pt x="51420" y="51493"/>
                  </a:lnTo>
                  <a:lnTo>
                    <a:pt x="86962" y="24038"/>
                  </a:lnTo>
                  <a:lnTo>
                    <a:pt x="128922" y="6342"/>
                  </a:lnTo>
                  <a:lnTo>
                    <a:pt x="175632" y="0"/>
                  </a:lnTo>
                  <a:lnTo>
                    <a:pt x="2751071" y="0"/>
                  </a:lnTo>
                  <a:lnTo>
                    <a:pt x="2797748" y="6341"/>
                  </a:lnTo>
                  <a:lnTo>
                    <a:pt x="2839699" y="24038"/>
                  </a:lnTo>
                  <a:lnTo>
                    <a:pt x="2875248" y="51492"/>
                  </a:lnTo>
                  <a:lnTo>
                    <a:pt x="2902716" y="87034"/>
                  </a:lnTo>
                  <a:lnTo>
                    <a:pt x="2920428" y="128995"/>
                  </a:lnTo>
                  <a:lnTo>
                    <a:pt x="2924174" y="156875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4321174" y="3847357"/>
            <a:ext cx="242022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Generation</a:t>
            </a:r>
            <a:endParaRPr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242794" y="4902104"/>
            <a:ext cx="2530857" cy="2178802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&amp; Application Support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learning roadmaps and application materials based on identified skill gaps.</a:t>
            </a:r>
          </a:p>
        </p:txBody>
      </p:sp>
      <p:sp>
        <p:nvSpPr>
          <p:cNvPr id="7" name="object 7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941662" y="72303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Arial"/>
                <a:cs typeface="Arial"/>
              </a:rPr>
              <a:t>5</a:t>
            </a:r>
            <a:endParaRPr sz="42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073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10" dirty="0"/>
              <a:t>TECHNOLOGIES</a:t>
            </a:r>
            <a:r>
              <a:rPr spc="-140" dirty="0"/>
              <a:t> </a:t>
            </a:r>
            <a:r>
              <a:rPr spc="-20" dirty="0"/>
              <a:t>USED</a:t>
            </a:r>
          </a:p>
        </p:txBody>
      </p:sp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02CA10-9E7E-AAB9-0591-4BBA750C5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874680"/>
            <a:ext cx="17983200" cy="7439143"/>
          </a:xfrm>
          <a:prstGeom prst="rect">
            <a:avLst/>
          </a:prstGeom>
        </p:spPr>
      </p:pic>
      <p:pic>
        <p:nvPicPr>
          <p:cNvPr id="14" name="object 52">
            <a:extLst>
              <a:ext uri="{FF2B5EF4-FFF2-40B4-BE49-F238E27FC236}">
                <a16:creationId xmlns:a16="http://schemas.microsoft.com/office/drawing/2014/main" id="{E21334CA-8D03-7835-A295-AE7003B797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40388" y="296319"/>
            <a:ext cx="3575612" cy="1432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209568" y="51273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1234440"/>
                </a:moveTo>
                <a:lnTo>
                  <a:pt x="568982" y="1232583"/>
                </a:lnTo>
                <a:lnTo>
                  <a:pt x="521760" y="1227104"/>
                </a:lnTo>
                <a:lnTo>
                  <a:pt x="475691" y="1218139"/>
                </a:lnTo>
                <a:lnTo>
                  <a:pt x="430912" y="1205827"/>
                </a:lnTo>
                <a:lnTo>
                  <a:pt x="387561" y="1190304"/>
                </a:lnTo>
                <a:lnTo>
                  <a:pt x="345774" y="1171708"/>
                </a:lnTo>
                <a:lnTo>
                  <a:pt x="305689" y="1150175"/>
                </a:lnTo>
                <a:lnTo>
                  <a:pt x="267442" y="1125843"/>
                </a:lnTo>
                <a:lnTo>
                  <a:pt x="231172" y="1098849"/>
                </a:lnTo>
                <a:lnTo>
                  <a:pt x="197015" y="1069330"/>
                </a:lnTo>
                <a:lnTo>
                  <a:pt x="165109" y="1037424"/>
                </a:lnTo>
                <a:lnTo>
                  <a:pt x="135590" y="1003267"/>
                </a:lnTo>
                <a:lnTo>
                  <a:pt x="108596" y="966997"/>
                </a:lnTo>
                <a:lnTo>
                  <a:pt x="84264" y="928751"/>
                </a:lnTo>
                <a:lnTo>
                  <a:pt x="62731" y="888665"/>
                </a:lnTo>
                <a:lnTo>
                  <a:pt x="44135" y="846878"/>
                </a:lnTo>
                <a:lnTo>
                  <a:pt x="28612" y="803527"/>
                </a:lnTo>
                <a:lnTo>
                  <a:pt x="16300" y="758748"/>
                </a:lnTo>
                <a:lnTo>
                  <a:pt x="7336" y="712679"/>
                </a:lnTo>
                <a:lnTo>
                  <a:pt x="1856" y="665457"/>
                </a:lnTo>
                <a:lnTo>
                  <a:pt x="0" y="617220"/>
                </a:lnTo>
                <a:lnTo>
                  <a:pt x="1856" y="568982"/>
                </a:lnTo>
                <a:lnTo>
                  <a:pt x="7336" y="521760"/>
                </a:lnTo>
                <a:lnTo>
                  <a:pt x="16300" y="475691"/>
                </a:lnTo>
                <a:lnTo>
                  <a:pt x="28612" y="430912"/>
                </a:lnTo>
                <a:lnTo>
                  <a:pt x="44135" y="387561"/>
                </a:lnTo>
                <a:lnTo>
                  <a:pt x="62731" y="345774"/>
                </a:lnTo>
                <a:lnTo>
                  <a:pt x="84264" y="305689"/>
                </a:lnTo>
                <a:lnTo>
                  <a:pt x="108596" y="267442"/>
                </a:lnTo>
                <a:lnTo>
                  <a:pt x="135590" y="231172"/>
                </a:lnTo>
                <a:lnTo>
                  <a:pt x="165109" y="197015"/>
                </a:lnTo>
                <a:lnTo>
                  <a:pt x="197015" y="165109"/>
                </a:lnTo>
                <a:lnTo>
                  <a:pt x="231172" y="135590"/>
                </a:lnTo>
                <a:lnTo>
                  <a:pt x="267442" y="108596"/>
                </a:lnTo>
                <a:lnTo>
                  <a:pt x="305689" y="84264"/>
                </a:lnTo>
                <a:lnTo>
                  <a:pt x="345774" y="62731"/>
                </a:lnTo>
                <a:lnTo>
                  <a:pt x="387561" y="44135"/>
                </a:lnTo>
                <a:lnTo>
                  <a:pt x="430912" y="28612"/>
                </a:lnTo>
                <a:lnTo>
                  <a:pt x="475691" y="16300"/>
                </a:lnTo>
                <a:lnTo>
                  <a:pt x="521760" y="7336"/>
                </a:lnTo>
                <a:lnTo>
                  <a:pt x="568982" y="1856"/>
                </a:lnTo>
                <a:lnTo>
                  <a:pt x="617220" y="0"/>
                </a:lnTo>
                <a:lnTo>
                  <a:pt x="665457" y="1856"/>
                </a:lnTo>
                <a:lnTo>
                  <a:pt x="712679" y="7336"/>
                </a:lnTo>
                <a:lnTo>
                  <a:pt x="758748" y="16300"/>
                </a:lnTo>
                <a:lnTo>
                  <a:pt x="803527" y="28612"/>
                </a:lnTo>
                <a:lnTo>
                  <a:pt x="846878" y="44135"/>
                </a:lnTo>
                <a:lnTo>
                  <a:pt x="888665" y="62731"/>
                </a:lnTo>
                <a:lnTo>
                  <a:pt x="928751" y="84264"/>
                </a:lnTo>
                <a:lnTo>
                  <a:pt x="966997" y="108596"/>
                </a:lnTo>
                <a:lnTo>
                  <a:pt x="1003267" y="135590"/>
                </a:lnTo>
                <a:lnTo>
                  <a:pt x="1037424" y="165109"/>
                </a:lnTo>
                <a:lnTo>
                  <a:pt x="1069330" y="197015"/>
                </a:lnTo>
                <a:lnTo>
                  <a:pt x="1098849" y="231172"/>
                </a:lnTo>
                <a:lnTo>
                  <a:pt x="1125843" y="267442"/>
                </a:lnTo>
                <a:lnTo>
                  <a:pt x="1150175" y="305689"/>
                </a:lnTo>
                <a:lnTo>
                  <a:pt x="1171708" y="345774"/>
                </a:lnTo>
                <a:lnTo>
                  <a:pt x="1190304" y="387561"/>
                </a:lnTo>
                <a:lnTo>
                  <a:pt x="1205827" y="430912"/>
                </a:lnTo>
                <a:lnTo>
                  <a:pt x="1218139" y="475691"/>
                </a:lnTo>
                <a:lnTo>
                  <a:pt x="1227104" y="521760"/>
                </a:lnTo>
                <a:lnTo>
                  <a:pt x="1232583" y="568982"/>
                </a:lnTo>
                <a:lnTo>
                  <a:pt x="1234440" y="617220"/>
                </a:lnTo>
                <a:lnTo>
                  <a:pt x="1232583" y="665457"/>
                </a:lnTo>
                <a:lnTo>
                  <a:pt x="1227104" y="712679"/>
                </a:lnTo>
                <a:lnTo>
                  <a:pt x="1218139" y="758748"/>
                </a:lnTo>
                <a:lnTo>
                  <a:pt x="1205827" y="803527"/>
                </a:lnTo>
                <a:lnTo>
                  <a:pt x="1190304" y="846878"/>
                </a:lnTo>
                <a:lnTo>
                  <a:pt x="1171708" y="888665"/>
                </a:lnTo>
                <a:lnTo>
                  <a:pt x="1150175" y="928751"/>
                </a:lnTo>
                <a:lnTo>
                  <a:pt x="1125843" y="966997"/>
                </a:lnTo>
                <a:lnTo>
                  <a:pt x="1098849" y="1003267"/>
                </a:lnTo>
                <a:lnTo>
                  <a:pt x="1069330" y="1037424"/>
                </a:lnTo>
                <a:lnTo>
                  <a:pt x="1037424" y="1069330"/>
                </a:lnTo>
                <a:lnTo>
                  <a:pt x="1003267" y="1098849"/>
                </a:lnTo>
                <a:lnTo>
                  <a:pt x="966997" y="1125843"/>
                </a:lnTo>
                <a:lnTo>
                  <a:pt x="928751" y="1150175"/>
                </a:lnTo>
                <a:lnTo>
                  <a:pt x="888665" y="1171708"/>
                </a:lnTo>
                <a:lnTo>
                  <a:pt x="846878" y="1190304"/>
                </a:lnTo>
                <a:lnTo>
                  <a:pt x="803527" y="1205827"/>
                </a:lnTo>
                <a:lnTo>
                  <a:pt x="758748" y="1218139"/>
                </a:lnTo>
                <a:lnTo>
                  <a:pt x="712679" y="1227104"/>
                </a:lnTo>
                <a:lnTo>
                  <a:pt x="665457" y="1232583"/>
                </a:lnTo>
                <a:lnTo>
                  <a:pt x="617220" y="1234440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659741" y="31496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6</a:t>
            </a:r>
            <a:endParaRPr sz="4200" dirty="0"/>
          </a:p>
        </p:txBody>
      </p:sp>
      <p:sp>
        <p:nvSpPr>
          <p:cNvPr id="2" name="object 2"/>
          <p:cNvSpPr/>
          <p:nvPr/>
        </p:nvSpPr>
        <p:spPr>
          <a:xfrm>
            <a:off x="1566509" y="1028700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5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8667" y="290033"/>
            <a:ext cx="75444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800" b="1" dirty="0">
                <a:solidFill>
                  <a:srgbClr val="5B2D8E"/>
                </a:solidFill>
                <a:latin typeface="Arial"/>
                <a:cs typeface="Arial"/>
              </a:rPr>
              <a:t>AGENTS </a:t>
            </a:r>
            <a:r>
              <a:rPr lang="en-IN" sz="4800" b="1" spc="-10" dirty="0">
                <a:solidFill>
                  <a:srgbClr val="5B2D8E"/>
                </a:solidFill>
                <a:latin typeface="Arial"/>
                <a:cs typeface="Arial"/>
              </a:rPr>
              <a:t>ARCHITECTURE</a:t>
            </a:r>
            <a:endParaRPr lang="en-IN" sz="4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41673" y="165007"/>
            <a:ext cx="3575612" cy="14323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68350" y="1971288"/>
            <a:ext cx="17421225" cy="7258050"/>
          </a:xfrm>
          <a:custGeom>
            <a:avLst/>
            <a:gdLst/>
            <a:ahLst/>
            <a:cxnLst/>
            <a:rect l="l" t="t" r="r" b="b"/>
            <a:pathLst>
              <a:path w="17421225" h="7258050">
                <a:moveTo>
                  <a:pt x="17421117" y="7096076"/>
                </a:moveTo>
                <a:lnTo>
                  <a:pt x="17413787" y="7144873"/>
                </a:lnTo>
                <a:lnTo>
                  <a:pt x="17391630" y="7190178"/>
                </a:lnTo>
                <a:lnTo>
                  <a:pt x="17357843" y="7225883"/>
                </a:lnTo>
                <a:lnTo>
                  <a:pt x="17315005" y="7249272"/>
                </a:lnTo>
                <a:lnTo>
                  <a:pt x="17265698" y="7257660"/>
                </a:lnTo>
                <a:lnTo>
                  <a:pt x="155924" y="7257659"/>
                </a:lnTo>
                <a:lnTo>
                  <a:pt x="106626" y="7249217"/>
                </a:lnTo>
                <a:lnTo>
                  <a:pt x="63822" y="7225780"/>
                </a:lnTo>
                <a:lnTo>
                  <a:pt x="30078" y="7190057"/>
                </a:lnTo>
                <a:lnTo>
                  <a:pt x="7954" y="7144779"/>
                </a:lnTo>
                <a:lnTo>
                  <a:pt x="0" y="7092669"/>
                </a:lnTo>
                <a:lnTo>
                  <a:pt x="0" y="164976"/>
                </a:lnTo>
                <a:lnTo>
                  <a:pt x="7946" y="112820"/>
                </a:lnTo>
                <a:lnTo>
                  <a:pt x="30076" y="67531"/>
                </a:lnTo>
                <a:lnTo>
                  <a:pt x="63827" y="31822"/>
                </a:lnTo>
                <a:lnTo>
                  <a:pt x="106633" y="8407"/>
                </a:lnTo>
                <a:lnTo>
                  <a:pt x="155931" y="0"/>
                </a:lnTo>
                <a:lnTo>
                  <a:pt x="17265698" y="3"/>
                </a:lnTo>
                <a:lnTo>
                  <a:pt x="17315021" y="8362"/>
                </a:lnTo>
                <a:lnTo>
                  <a:pt x="17357860" y="31768"/>
                </a:lnTo>
                <a:lnTo>
                  <a:pt x="17391641" y="67488"/>
                </a:lnTo>
                <a:lnTo>
                  <a:pt x="17413790" y="112804"/>
                </a:lnTo>
                <a:lnTo>
                  <a:pt x="17421115" y="161607"/>
                </a:lnTo>
              </a:path>
            </a:pathLst>
          </a:custGeom>
          <a:ln w="38099">
            <a:solidFill>
              <a:srgbClr val="E1D5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1031" y="9798935"/>
            <a:ext cx="1042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3588" y="9939020"/>
            <a:ext cx="49072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4FF611-6430-DF5C-AD41-5A16B477C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68" y="1597348"/>
            <a:ext cx="17926032" cy="8041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41781" y="72303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7</a:t>
            </a:r>
            <a:endParaRPr sz="4200"/>
          </a:p>
        </p:txBody>
      </p:sp>
      <p:sp>
        <p:nvSpPr>
          <p:cNvPr id="2" name="object 2"/>
          <p:cNvSpPr txBox="1"/>
          <p:nvPr/>
        </p:nvSpPr>
        <p:spPr>
          <a:xfrm>
            <a:off x="1777561" y="768569"/>
            <a:ext cx="7868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dirty="0">
                <a:solidFill>
                  <a:srgbClr val="5B2D8E"/>
                </a:solidFill>
                <a:latin typeface="Arial"/>
                <a:cs typeface="Arial"/>
              </a:rPr>
              <a:t>AGENTS </a:t>
            </a:r>
            <a:r>
              <a:rPr sz="4500" b="1" spc="-10" dirty="0">
                <a:solidFill>
                  <a:srgbClr val="5B2D8E"/>
                </a:solidFill>
                <a:latin typeface="Arial"/>
                <a:cs typeface="Arial"/>
              </a:rPr>
              <a:t>RESPONSIBILITIES</a:t>
            </a:r>
            <a:endParaRPr sz="4500">
              <a:latin typeface="Arial"/>
              <a:cs typeface="Arial"/>
            </a:endParaRPr>
          </a:p>
        </p:txBody>
      </p:sp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58156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00322" y="2387069"/>
            <a:ext cx="16468725" cy="6505575"/>
            <a:chOff x="900322" y="2387069"/>
            <a:chExt cx="16468725" cy="6505575"/>
          </a:xfrm>
        </p:grpSpPr>
        <p:sp>
          <p:nvSpPr>
            <p:cNvPr id="5" name="object 5"/>
            <p:cNvSpPr/>
            <p:nvPr/>
          </p:nvSpPr>
          <p:spPr>
            <a:xfrm>
              <a:off x="919238" y="2406119"/>
              <a:ext cx="16431260" cy="6470015"/>
            </a:xfrm>
            <a:custGeom>
              <a:avLst/>
              <a:gdLst/>
              <a:ahLst/>
              <a:cxnLst/>
              <a:rect l="l" t="t" r="r" b="b"/>
              <a:pathLst>
                <a:path w="16431260" h="6470015">
                  <a:moveTo>
                    <a:pt x="16284129" y="6469856"/>
                  </a:moveTo>
                  <a:lnTo>
                    <a:pt x="147065" y="6469856"/>
                  </a:lnTo>
                  <a:lnTo>
                    <a:pt x="100628" y="6462361"/>
                  </a:lnTo>
                  <a:lnTo>
                    <a:pt x="60252" y="6441488"/>
                  </a:lnTo>
                  <a:lnTo>
                    <a:pt x="28408" y="6409656"/>
                  </a:lnTo>
                  <a:lnTo>
                    <a:pt x="7513" y="6369284"/>
                  </a:lnTo>
                  <a:lnTo>
                    <a:pt x="0" y="6322790"/>
                  </a:lnTo>
                  <a:lnTo>
                    <a:pt x="0" y="147065"/>
                  </a:lnTo>
                  <a:lnTo>
                    <a:pt x="7495" y="100571"/>
                  </a:lnTo>
                  <a:lnTo>
                    <a:pt x="28367" y="60199"/>
                  </a:lnTo>
                  <a:lnTo>
                    <a:pt x="60199" y="28367"/>
                  </a:lnTo>
                  <a:lnTo>
                    <a:pt x="100571" y="7495"/>
                  </a:lnTo>
                  <a:lnTo>
                    <a:pt x="147065" y="0"/>
                  </a:lnTo>
                  <a:lnTo>
                    <a:pt x="16284129" y="0"/>
                  </a:lnTo>
                  <a:lnTo>
                    <a:pt x="16330623" y="7495"/>
                  </a:lnTo>
                  <a:lnTo>
                    <a:pt x="16370995" y="28367"/>
                  </a:lnTo>
                  <a:lnTo>
                    <a:pt x="16402826" y="60199"/>
                  </a:lnTo>
                  <a:lnTo>
                    <a:pt x="16423699" y="100571"/>
                  </a:lnTo>
                  <a:lnTo>
                    <a:pt x="16431194" y="147065"/>
                  </a:lnTo>
                  <a:lnTo>
                    <a:pt x="16431194" y="6322790"/>
                  </a:lnTo>
                  <a:lnTo>
                    <a:pt x="16423699" y="6369284"/>
                  </a:lnTo>
                  <a:lnTo>
                    <a:pt x="16402826" y="6409656"/>
                  </a:lnTo>
                  <a:lnTo>
                    <a:pt x="16370995" y="6441488"/>
                  </a:lnTo>
                  <a:lnTo>
                    <a:pt x="16330623" y="6462361"/>
                  </a:lnTo>
                  <a:lnTo>
                    <a:pt x="16284129" y="646985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372" y="2406119"/>
              <a:ext cx="16430625" cy="6467475"/>
            </a:xfrm>
            <a:custGeom>
              <a:avLst/>
              <a:gdLst/>
              <a:ahLst/>
              <a:cxnLst/>
              <a:rect l="l" t="t" r="r" b="b"/>
              <a:pathLst>
                <a:path w="16430625" h="6467475">
                  <a:moveTo>
                    <a:pt x="16430488" y="6325328"/>
                  </a:moveTo>
                  <a:lnTo>
                    <a:pt x="16423422" y="6369176"/>
                  </a:lnTo>
                  <a:lnTo>
                    <a:pt x="16402549" y="6409548"/>
                  </a:lnTo>
                  <a:lnTo>
                    <a:pt x="16370717" y="6441379"/>
                  </a:lnTo>
                  <a:lnTo>
                    <a:pt x="16330345" y="6462251"/>
                  </a:lnTo>
                  <a:lnTo>
                    <a:pt x="16297941" y="6467473"/>
                  </a:lnTo>
                </a:path>
                <a:path w="16430625" h="6467475">
                  <a:moveTo>
                    <a:pt x="132991" y="6467474"/>
                  </a:moveTo>
                  <a:lnTo>
                    <a:pt x="60210" y="6441338"/>
                  </a:lnTo>
                  <a:lnTo>
                    <a:pt x="28382" y="6409497"/>
                  </a:lnTo>
                  <a:lnTo>
                    <a:pt x="7507" y="6369136"/>
                  </a:lnTo>
                  <a:lnTo>
                    <a:pt x="0" y="6322682"/>
                  </a:lnTo>
                  <a:lnTo>
                    <a:pt x="0" y="147063"/>
                  </a:lnTo>
                  <a:lnTo>
                    <a:pt x="7494" y="100570"/>
                  </a:lnTo>
                  <a:lnTo>
                    <a:pt x="28367" y="60198"/>
                  </a:lnTo>
                  <a:lnTo>
                    <a:pt x="60198" y="28367"/>
                  </a:lnTo>
                  <a:lnTo>
                    <a:pt x="100570" y="7495"/>
                  </a:lnTo>
                  <a:lnTo>
                    <a:pt x="147063" y="0"/>
                  </a:lnTo>
                  <a:lnTo>
                    <a:pt x="16283851" y="0"/>
                  </a:lnTo>
                  <a:lnTo>
                    <a:pt x="16330345" y="7494"/>
                  </a:lnTo>
                  <a:lnTo>
                    <a:pt x="16370717" y="28366"/>
                  </a:lnTo>
                  <a:lnTo>
                    <a:pt x="16402549" y="60198"/>
                  </a:lnTo>
                  <a:lnTo>
                    <a:pt x="16423422" y="100569"/>
                  </a:lnTo>
                  <a:lnTo>
                    <a:pt x="16430488" y="144417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90319" y="2705734"/>
            <a:ext cx="918591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i="1" dirty="0">
                <a:latin typeface="Arial"/>
                <a:cs typeface="Arial"/>
              </a:rPr>
              <a:t>The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proposed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system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consists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of</a:t>
            </a:r>
            <a:r>
              <a:rPr sz="1850" i="1" spc="6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seven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specialized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agents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coordinated</a:t>
            </a:r>
            <a:r>
              <a:rPr sz="1850" i="1" spc="6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by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LangGraph.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93491" y="3419474"/>
            <a:ext cx="5000625" cy="2419351"/>
            <a:chOff x="1293491" y="3419474"/>
            <a:chExt cx="5000625" cy="2419351"/>
          </a:xfrm>
        </p:grpSpPr>
        <p:sp>
          <p:nvSpPr>
            <p:cNvPr id="12" name="object 12"/>
            <p:cNvSpPr/>
            <p:nvPr/>
          </p:nvSpPr>
          <p:spPr>
            <a:xfrm>
              <a:off x="1293494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8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8" y="59417"/>
                  </a:lnTo>
                  <a:lnTo>
                    <a:pt x="59417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8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2"/>
                  </a:lnTo>
                  <a:lnTo>
                    <a:pt x="4999359" y="2293857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3491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4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6597" y="4565522"/>
              <a:ext cx="66675" cy="666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6597" y="4851272"/>
              <a:ext cx="66675" cy="666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14348" y="3552697"/>
            <a:ext cx="3302635" cy="19813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Planner / Reasoner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the student’s request and determines the next appropriate action</a:t>
            </a:r>
            <a:r>
              <a:rPr lang="en-IN" sz="2500" dirty="0"/>
              <a:t>.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6619870" y="3419474"/>
            <a:ext cx="5000625" cy="2419351"/>
            <a:chOff x="6619870" y="3419474"/>
            <a:chExt cx="5000625" cy="2419351"/>
          </a:xfrm>
        </p:grpSpPr>
        <p:sp>
          <p:nvSpPr>
            <p:cNvPr id="20" name="object 20"/>
            <p:cNvSpPr/>
            <p:nvPr/>
          </p:nvSpPr>
          <p:spPr>
            <a:xfrm>
              <a:off x="6619873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8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7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7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8" y="0"/>
                  </a:lnTo>
                  <a:lnTo>
                    <a:pt x="4903262" y="7397"/>
                  </a:lnTo>
                  <a:lnTo>
                    <a:pt x="4943111" y="27998"/>
                  </a:lnTo>
                  <a:lnTo>
                    <a:pt x="4974530" y="59417"/>
                  </a:lnTo>
                  <a:lnTo>
                    <a:pt x="4995132" y="99267"/>
                  </a:lnTo>
                  <a:lnTo>
                    <a:pt x="4999359" y="125491"/>
                  </a:lnTo>
                  <a:lnTo>
                    <a:pt x="4999359" y="2293858"/>
                  </a:lnTo>
                  <a:lnTo>
                    <a:pt x="4974530" y="2359932"/>
                  </a:lnTo>
                  <a:lnTo>
                    <a:pt x="4943111" y="2391350"/>
                  </a:lnTo>
                  <a:lnTo>
                    <a:pt x="4903262" y="2411952"/>
                  </a:lnTo>
                  <a:lnTo>
                    <a:pt x="4857368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619870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3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9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0" y="27953"/>
                  </a:lnTo>
                  <a:lnTo>
                    <a:pt x="4974520" y="59390"/>
                  </a:lnTo>
                  <a:lnTo>
                    <a:pt x="4995137" y="99274"/>
                  </a:lnTo>
                  <a:lnTo>
                    <a:pt x="5000508" y="133361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2403" y="4476749"/>
              <a:ext cx="66675" cy="6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2403" y="4762499"/>
              <a:ext cx="66675" cy="666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820153" y="3463925"/>
            <a:ext cx="3281045" cy="19813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Selector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and invokes the appropriate tool based on the current task requirements.</a:t>
            </a:r>
          </a:p>
        </p:txBody>
      </p:sp>
      <p:grpSp>
        <p:nvGrpSpPr>
          <p:cNvPr id="28" name="object 28"/>
          <p:cNvGrpSpPr/>
          <p:nvPr/>
        </p:nvGrpSpPr>
        <p:grpSpPr>
          <a:xfrm>
            <a:off x="11946250" y="3419474"/>
            <a:ext cx="5000625" cy="2419351"/>
            <a:chOff x="11946250" y="3419474"/>
            <a:chExt cx="5000625" cy="2419351"/>
          </a:xfrm>
        </p:grpSpPr>
        <p:sp>
          <p:nvSpPr>
            <p:cNvPr id="29" name="object 29"/>
            <p:cNvSpPr/>
            <p:nvPr/>
          </p:nvSpPr>
          <p:spPr>
            <a:xfrm>
              <a:off x="11946253" y="3419475"/>
              <a:ext cx="4999355" cy="2419350"/>
            </a:xfrm>
            <a:custGeom>
              <a:avLst/>
              <a:gdLst/>
              <a:ahLst/>
              <a:cxnLst/>
              <a:rect l="l" t="t" r="r" b="b"/>
              <a:pathLst>
                <a:path w="4999355" h="2419350">
                  <a:moveTo>
                    <a:pt x="4857367" y="2419349"/>
                  </a:moveTo>
                  <a:lnTo>
                    <a:pt x="145161" y="2419349"/>
                  </a:lnTo>
                  <a:lnTo>
                    <a:pt x="99267" y="2411952"/>
                  </a:lnTo>
                  <a:lnTo>
                    <a:pt x="59418" y="2391350"/>
                  </a:lnTo>
                  <a:lnTo>
                    <a:pt x="27999" y="2359932"/>
                  </a:lnTo>
                  <a:lnTo>
                    <a:pt x="7397" y="2320082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7397" y="99267"/>
                  </a:lnTo>
                  <a:lnTo>
                    <a:pt x="27999" y="59417"/>
                  </a:lnTo>
                  <a:lnTo>
                    <a:pt x="59418" y="27998"/>
                  </a:lnTo>
                  <a:lnTo>
                    <a:pt x="99267" y="7397"/>
                  </a:lnTo>
                  <a:lnTo>
                    <a:pt x="145161" y="0"/>
                  </a:lnTo>
                  <a:lnTo>
                    <a:pt x="4857367" y="0"/>
                  </a:lnTo>
                  <a:lnTo>
                    <a:pt x="4903262" y="7397"/>
                  </a:lnTo>
                  <a:lnTo>
                    <a:pt x="4943112" y="27998"/>
                  </a:lnTo>
                  <a:lnTo>
                    <a:pt x="4974531" y="59417"/>
                  </a:lnTo>
                  <a:lnTo>
                    <a:pt x="4995132" y="99267"/>
                  </a:lnTo>
                  <a:lnTo>
                    <a:pt x="4999359" y="125486"/>
                  </a:lnTo>
                  <a:lnTo>
                    <a:pt x="4999359" y="2293863"/>
                  </a:lnTo>
                  <a:lnTo>
                    <a:pt x="4974531" y="2359932"/>
                  </a:lnTo>
                  <a:lnTo>
                    <a:pt x="4943112" y="2391350"/>
                  </a:lnTo>
                  <a:lnTo>
                    <a:pt x="4903262" y="2411952"/>
                  </a:lnTo>
                  <a:lnTo>
                    <a:pt x="4857367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946250" y="3419474"/>
              <a:ext cx="5000625" cy="2419350"/>
            </a:xfrm>
            <a:custGeom>
              <a:avLst/>
              <a:gdLst/>
              <a:ahLst/>
              <a:cxnLst/>
              <a:rect l="l" t="t" r="r" b="b"/>
              <a:pathLst>
                <a:path w="5000625" h="2419350">
                  <a:moveTo>
                    <a:pt x="5000539" y="2285992"/>
                  </a:moveTo>
                  <a:lnTo>
                    <a:pt x="4974489" y="2359977"/>
                  </a:lnTo>
                  <a:lnTo>
                    <a:pt x="4943071" y="2391395"/>
                  </a:lnTo>
                  <a:lnTo>
                    <a:pt x="4903156" y="2411969"/>
                  </a:lnTo>
                  <a:lnTo>
                    <a:pt x="4857256" y="2419349"/>
                  </a:lnTo>
                  <a:lnTo>
                    <a:pt x="145156" y="2419348"/>
                  </a:lnTo>
                  <a:lnTo>
                    <a:pt x="99257" y="2411945"/>
                  </a:lnTo>
                  <a:lnTo>
                    <a:pt x="59406" y="2391335"/>
                  </a:lnTo>
                  <a:lnTo>
                    <a:pt x="27991" y="2359909"/>
                  </a:lnTo>
                  <a:lnTo>
                    <a:pt x="7397" y="2320056"/>
                  </a:lnTo>
                  <a:lnTo>
                    <a:pt x="3" y="2274163"/>
                  </a:lnTo>
                  <a:lnTo>
                    <a:pt x="0" y="145185"/>
                  </a:lnTo>
                  <a:lnTo>
                    <a:pt x="7390" y="99288"/>
                  </a:lnTo>
                  <a:lnTo>
                    <a:pt x="27988" y="59431"/>
                  </a:lnTo>
                  <a:lnTo>
                    <a:pt x="59408" y="28005"/>
                  </a:lnTo>
                  <a:lnTo>
                    <a:pt x="99264" y="7398"/>
                  </a:lnTo>
                  <a:lnTo>
                    <a:pt x="145161" y="0"/>
                  </a:lnTo>
                  <a:lnTo>
                    <a:pt x="4857256" y="0"/>
                  </a:lnTo>
                  <a:lnTo>
                    <a:pt x="4903185" y="7355"/>
                  </a:lnTo>
                  <a:lnTo>
                    <a:pt x="4943071" y="27953"/>
                  </a:lnTo>
                  <a:lnTo>
                    <a:pt x="4974521" y="59390"/>
                  </a:lnTo>
                  <a:lnTo>
                    <a:pt x="4995137" y="99274"/>
                  </a:lnTo>
                  <a:lnTo>
                    <a:pt x="5000508" y="13336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9357" y="4279772"/>
              <a:ext cx="66675" cy="666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9357" y="4565522"/>
              <a:ext cx="66675" cy="666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9357" y="4851272"/>
              <a:ext cx="66675" cy="6667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2151294" y="3516871"/>
            <a:ext cx="3227705" cy="19197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Analysis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information and identifies relevant skills, projects, experience, and interests.</a:t>
            </a:r>
          </a:p>
        </p:txBody>
      </p:sp>
      <p:grpSp>
        <p:nvGrpSpPr>
          <p:cNvPr id="37" name="object 37"/>
          <p:cNvGrpSpPr/>
          <p:nvPr/>
        </p:nvGrpSpPr>
        <p:grpSpPr>
          <a:xfrm>
            <a:off x="1102832" y="6139214"/>
            <a:ext cx="4696586" cy="2487484"/>
            <a:chOff x="1102832" y="6139214"/>
            <a:chExt cx="4696586" cy="2487484"/>
          </a:xfrm>
        </p:grpSpPr>
        <p:sp>
          <p:nvSpPr>
            <p:cNvPr id="38" name="object 38"/>
            <p:cNvSpPr/>
            <p:nvPr/>
          </p:nvSpPr>
          <p:spPr>
            <a:xfrm>
              <a:off x="1168363" y="6207348"/>
              <a:ext cx="4631055" cy="2419350"/>
            </a:xfrm>
            <a:custGeom>
              <a:avLst/>
              <a:gdLst/>
              <a:ahLst/>
              <a:cxnLst/>
              <a:rect l="l" t="t" r="r" b="b"/>
              <a:pathLst>
                <a:path w="4631055" h="2419350">
                  <a:moveTo>
                    <a:pt x="4496298" y="2419350"/>
                  </a:moveTo>
                  <a:lnTo>
                    <a:pt x="134370" y="2419350"/>
                  </a:lnTo>
                  <a:lnTo>
                    <a:pt x="91888" y="2411952"/>
                  </a:lnTo>
                  <a:lnTo>
                    <a:pt x="55000" y="2391351"/>
                  </a:lnTo>
                  <a:lnTo>
                    <a:pt x="25917" y="2359932"/>
                  </a:lnTo>
                  <a:lnTo>
                    <a:pt x="6847" y="2320082"/>
                  </a:lnTo>
                  <a:lnTo>
                    <a:pt x="0" y="2274189"/>
                  </a:lnTo>
                  <a:lnTo>
                    <a:pt x="0" y="145161"/>
                  </a:lnTo>
                  <a:lnTo>
                    <a:pt x="6847" y="99267"/>
                  </a:lnTo>
                  <a:lnTo>
                    <a:pt x="25917" y="59417"/>
                  </a:lnTo>
                  <a:lnTo>
                    <a:pt x="55000" y="27998"/>
                  </a:lnTo>
                  <a:lnTo>
                    <a:pt x="91888" y="7397"/>
                  </a:lnTo>
                  <a:lnTo>
                    <a:pt x="134370" y="0"/>
                  </a:lnTo>
                  <a:lnTo>
                    <a:pt x="4496298" y="0"/>
                  </a:lnTo>
                  <a:lnTo>
                    <a:pt x="4538780" y="7397"/>
                  </a:lnTo>
                  <a:lnTo>
                    <a:pt x="4575668" y="27998"/>
                  </a:lnTo>
                  <a:lnTo>
                    <a:pt x="4604751" y="59417"/>
                  </a:lnTo>
                  <a:lnTo>
                    <a:pt x="4623821" y="99267"/>
                  </a:lnTo>
                  <a:lnTo>
                    <a:pt x="4630668" y="145161"/>
                  </a:lnTo>
                  <a:lnTo>
                    <a:pt x="4630668" y="2274189"/>
                  </a:lnTo>
                  <a:lnTo>
                    <a:pt x="4623821" y="2320082"/>
                  </a:lnTo>
                  <a:lnTo>
                    <a:pt x="4604751" y="2359932"/>
                  </a:lnTo>
                  <a:lnTo>
                    <a:pt x="4575668" y="2391351"/>
                  </a:lnTo>
                  <a:lnTo>
                    <a:pt x="4538780" y="2411952"/>
                  </a:lnTo>
                  <a:lnTo>
                    <a:pt x="4496298" y="2419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IN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Job Search &amp; Skill-Gap Analysis</a:t>
              </a:r>
            </a:p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Retrieves suitable job opportunities and compares job requirements with the student’s existing skills.</a:t>
              </a:r>
            </a:p>
            <a:p>
              <a:endParaRPr dirty="0"/>
            </a:p>
          </p:txBody>
        </p:sp>
        <p:sp>
          <p:nvSpPr>
            <p:cNvPr id="39" name="object 39"/>
            <p:cNvSpPr/>
            <p:nvPr/>
          </p:nvSpPr>
          <p:spPr>
            <a:xfrm>
              <a:off x="1102832" y="6139214"/>
              <a:ext cx="4629150" cy="2419350"/>
            </a:xfrm>
            <a:custGeom>
              <a:avLst/>
              <a:gdLst/>
              <a:ahLst/>
              <a:cxnLst/>
              <a:rect l="l" t="t" r="r" b="b"/>
              <a:pathLst>
                <a:path w="4629150" h="2419350">
                  <a:moveTo>
                    <a:pt x="4629125" y="2284367"/>
                  </a:moveTo>
                  <a:lnTo>
                    <a:pt x="4604742" y="2359943"/>
                  </a:lnTo>
                  <a:lnTo>
                    <a:pt x="4575649" y="2391362"/>
                  </a:lnTo>
                  <a:lnTo>
                    <a:pt x="4538753" y="2411957"/>
                  </a:lnTo>
                  <a:lnTo>
                    <a:pt x="4496268" y="2419350"/>
                  </a:lnTo>
                  <a:lnTo>
                    <a:pt x="134369" y="2419349"/>
                  </a:lnTo>
                  <a:lnTo>
                    <a:pt x="91885" y="2411950"/>
                  </a:lnTo>
                  <a:lnTo>
                    <a:pt x="54997" y="2391346"/>
                  </a:lnTo>
                  <a:lnTo>
                    <a:pt x="25915" y="2359925"/>
                  </a:lnTo>
                  <a:lnTo>
                    <a:pt x="6847" y="2320074"/>
                  </a:lnTo>
                  <a:lnTo>
                    <a:pt x="0" y="2274181"/>
                  </a:lnTo>
                  <a:lnTo>
                    <a:pt x="0" y="145167"/>
                  </a:lnTo>
                  <a:lnTo>
                    <a:pt x="6845" y="99273"/>
                  </a:lnTo>
                  <a:lnTo>
                    <a:pt x="25914" y="59421"/>
                  </a:lnTo>
                  <a:lnTo>
                    <a:pt x="54998" y="28000"/>
                  </a:lnTo>
                  <a:lnTo>
                    <a:pt x="91887" y="7397"/>
                  </a:lnTo>
                  <a:lnTo>
                    <a:pt x="134370" y="0"/>
                  </a:lnTo>
                  <a:lnTo>
                    <a:pt x="4496268" y="0"/>
                  </a:lnTo>
                  <a:lnTo>
                    <a:pt x="4538761" y="7386"/>
                  </a:lnTo>
                  <a:lnTo>
                    <a:pt x="4575658" y="27987"/>
                  </a:lnTo>
                  <a:lnTo>
                    <a:pt x="4604749" y="59411"/>
                  </a:lnTo>
                  <a:lnTo>
                    <a:pt x="4623822" y="99269"/>
                  </a:lnTo>
                  <a:lnTo>
                    <a:pt x="4629119" y="134983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968362" y="6162675"/>
            <a:ext cx="3724276" cy="2419392"/>
            <a:chOff x="5968362" y="6162675"/>
            <a:chExt cx="3724276" cy="2419392"/>
          </a:xfrm>
        </p:grpSpPr>
        <p:sp>
          <p:nvSpPr>
            <p:cNvPr id="47" name="object 47"/>
            <p:cNvSpPr/>
            <p:nvPr/>
          </p:nvSpPr>
          <p:spPr>
            <a:xfrm>
              <a:off x="5968362" y="6162675"/>
              <a:ext cx="3723640" cy="2419350"/>
            </a:xfrm>
            <a:custGeom>
              <a:avLst/>
              <a:gdLst/>
              <a:ahLst/>
              <a:cxnLst/>
              <a:rect l="l" t="t" r="r" b="b"/>
              <a:pathLst>
                <a:path w="3723640" h="2419350">
                  <a:moveTo>
                    <a:pt x="3616189" y="2419349"/>
                  </a:moveTo>
                  <a:lnTo>
                    <a:pt x="108068" y="2419349"/>
                  </a:lnTo>
                  <a:lnTo>
                    <a:pt x="65994" y="2407946"/>
                  </a:lnTo>
                  <a:lnTo>
                    <a:pt x="31644" y="2376844"/>
                  </a:lnTo>
                  <a:lnTo>
                    <a:pt x="8489" y="2330704"/>
                  </a:lnTo>
                  <a:lnTo>
                    <a:pt x="0" y="2274188"/>
                  </a:lnTo>
                  <a:lnTo>
                    <a:pt x="0" y="145161"/>
                  </a:lnTo>
                  <a:lnTo>
                    <a:pt x="8489" y="88645"/>
                  </a:lnTo>
                  <a:lnTo>
                    <a:pt x="31644" y="42505"/>
                  </a:lnTo>
                  <a:lnTo>
                    <a:pt x="65994" y="11403"/>
                  </a:lnTo>
                  <a:lnTo>
                    <a:pt x="108068" y="0"/>
                  </a:lnTo>
                  <a:lnTo>
                    <a:pt x="3616189" y="0"/>
                  </a:lnTo>
                  <a:lnTo>
                    <a:pt x="3658264" y="11403"/>
                  </a:lnTo>
                  <a:lnTo>
                    <a:pt x="3692614" y="42505"/>
                  </a:lnTo>
                  <a:lnTo>
                    <a:pt x="3715768" y="88645"/>
                  </a:lnTo>
                  <a:lnTo>
                    <a:pt x="3723530" y="140316"/>
                  </a:lnTo>
                  <a:lnTo>
                    <a:pt x="3723530" y="2279033"/>
                  </a:lnTo>
                  <a:lnTo>
                    <a:pt x="3715768" y="2330704"/>
                  </a:lnTo>
                  <a:lnTo>
                    <a:pt x="3692614" y="2376844"/>
                  </a:lnTo>
                  <a:lnTo>
                    <a:pt x="3658264" y="2407946"/>
                  </a:lnTo>
                  <a:lnTo>
                    <a:pt x="3616189" y="2419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68363" y="6162717"/>
              <a:ext cx="3724275" cy="2419350"/>
            </a:xfrm>
            <a:custGeom>
              <a:avLst/>
              <a:gdLst/>
              <a:ahLst/>
              <a:cxnLst/>
              <a:rect l="l" t="t" r="r" b="b"/>
              <a:pathLst>
                <a:path w="3724275" h="2419350">
                  <a:moveTo>
                    <a:pt x="0" y="145156"/>
                  </a:moveTo>
                  <a:lnTo>
                    <a:pt x="8489" y="88642"/>
                  </a:lnTo>
                  <a:lnTo>
                    <a:pt x="31642" y="42504"/>
                  </a:lnTo>
                  <a:lnTo>
                    <a:pt x="65991" y="11402"/>
                  </a:lnTo>
                  <a:lnTo>
                    <a:pt x="108064" y="0"/>
                  </a:lnTo>
                  <a:lnTo>
                    <a:pt x="3616060" y="0"/>
                  </a:lnTo>
                  <a:lnTo>
                    <a:pt x="3658134" y="11402"/>
                  </a:lnTo>
                  <a:lnTo>
                    <a:pt x="3692482" y="42503"/>
                  </a:lnTo>
                  <a:lnTo>
                    <a:pt x="3715637" y="88641"/>
                  </a:lnTo>
                  <a:lnTo>
                    <a:pt x="3724126" y="145155"/>
                  </a:lnTo>
                  <a:lnTo>
                    <a:pt x="3724126" y="2274108"/>
                  </a:lnTo>
                  <a:lnTo>
                    <a:pt x="3715636" y="2330622"/>
                  </a:lnTo>
                  <a:lnTo>
                    <a:pt x="3692482" y="2376760"/>
                  </a:lnTo>
                  <a:lnTo>
                    <a:pt x="3658133" y="2407861"/>
                  </a:lnTo>
                  <a:lnTo>
                    <a:pt x="3616060" y="2419263"/>
                  </a:lnTo>
                  <a:lnTo>
                    <a:pt x="108064" y="2419263"/>
                  </a:lnTo>
                  <a:lnTo>
                    <a:pt x="65991" y="2407861"/>
                  </a:lnTo>
                  <a:lnTo>
                    <a:pt x="31643" y="2376760"/>
                  </a:lnTo>
                  <a:lnTo>
                    <a:pt x="8489" y="2330622"/>
                  </a:lnTo>
                  <a:lnTo>
                    <a:pt x="0" y="2274108"/>
                  </a:lnTo>
                  <a:lnTo>
                    <a:pt x="0" y="145156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1786" y="7022972"/>
              <a:ext cx="66675" cy="6667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1786" y="7308722"/>
              <a:ext cx="66675" cy="6667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1786" y="7594472"/>
              <a:ext cx="66675" cy="6667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1786" y="7880222"/>
              <a:ext cx="66675" cy="66674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6147234" y="6291488"/>
            <a:ext cx="3316604" cy="19813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Controller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 whether additional career or skill-roadmap knowledge is required and triggers targeted retrieval when necessary.</a:t>
            </a:r>
          </a:p>
        </p:txBody>
      </p:sp>
      <p:grpSp>
        <p:nvGrpSpPr>
          <p:cNvPr id="54" name="object 54"/>
          <p:cNvGrpSpPr/>
          <p:nvPr/>
        </p:nvGrpSpPr>
        <p:grpSpPr>
          <a:xfrm>
            <a:off x="9930744" y="6167789"/>
            <a:ext cx="3573635" cy="2492975"/>
            <a:chOff x="9930744" y="6167789"/>
            <a:chExt cx="3573635" cy="2492975"/>
          </a:xfrm>
        </p:grpSpPr>
        <p:sp>
          <p:nvSpPr>
            <p:cNvPr id="55" name="object 55"/>
            <p:cNvSpPr/>
            <p:nvPr/>
          </p:nvSpPr>
          <p:spPr>
            <a:xfrm>
              <a:off x="10065854" y="6241414"/>
              <a:ext cx="3438525" cy="2419350"/>
            </a:xfrm>
            <a:custGeom>
              <a:avLst/>
              <a:gdLst/>
              <a:ahLst/>
              <a:cxnLst/>
              <a:rect l="l" t="t" r="r" b="b"/>
              <a:pathLst>
                <a:path w="3438525" h="2419350">
                  <a:moveTo>
                    <a:pt x="3338219" y="2419350"/>
                  </a:moveTo>
                  <a:lnTo>
                    <a:pt x="99761" y="2419350"/>
                  </a:lnTo>
                  <a:lnTo>
                    <a:pt x="60921" y="2407946"/>
                  </a:lnTo>
                  <a:lnTo>
                    <a:pt x="29211" y="2376844"/>
                  </a:lnTo>
                  <a:lnTo>
                    <a:pt x="7836" y="2330705"/>
                  </a:lnTo>
                  <a:lnTo>
                    <a:pt x="0" y="2274189"/>
                  </a:lnTo>
                  <a:lnTo>
                    <a:pt x="0" y="145161"/>
                  </a:lnTo>
                  <a:lnTo>
                    <a:pt x="7836" y="88645"/>
                  </a:lnTo>
                  <a:lnTo>
                    <a:pt x="29211" y="42505"/>
                  </a:lnTo>
                  <a:lnTo>
                    <a:pt x="60921" y="11403"/>
                  </a:lnTo>
                  <a:lnTo>
                    <a:pt x="99761" y="0"/>
                  </a:lnTo>
                  <a:lnTo>
                    <a:pt x="3338219" y="0"/>
                  </a:lnTo>
                  <a:lnTo>
                    <a:pt x="3377060" y="11403"/>
                  </a:lnTo>
                  <a:lnTo>
                    <a:pt x="3408770" y="42505"/>
                  </a:lnTo>
                  <a:lnTo>
                    <a:pt x="3430145" y="88645"/>
                  </a:lnTo>
                  <a:lnTo>
                    <a:pt x="3437982" y="145161"/>
                  </a:lnTo>
                  <a:lnTo>
                    <a:pt x="3437982" y="2274189"/>
                  </a:lnTo>
                  <a:lnTo>
                    <a:pt x="3430145" y="2330705"/>
                  </a:lnTo>
                  <a:lnTo>
                    <a:pt x="3408770" y="2376844"/>
                  </a:lnTo>
                  <a:lnTo>
                    <a:pt x="3377060" y="2407946"/>
                  </a:lnTo>
                  <a:lnTo>
                    <a:pt x="3338219" y="2419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IN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Generator</a:t>
              </a:r>
            </a:p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Produces personalized learning roadmaps and application-related content such as resumes, cover letters, or answers.</a:t>
              </a:r>
            </a:p>
            <a:p>
              <a:endParaRPr dirty="0"/>
            </a:p>
          </p:txBody>
        </p:sp>
        <p:sp>
          <p:nvSpPr>
            <p:cNvPr id="56" name="object 56"/>
            <p:cNvSpPr/>
            <p:nvPr/>
          </p:nvSpPr>
          <p:spPr>
            <a:xfrm>
              <a:off x="9930744" y="6167789"/>
              <a:ext cx="3438525" cy="2419350"/>
            </a:xfrm>
            <a:custGeom>
              <a:avLst/>
              <a:gdLst/>
              <a:ahLst/>
              <a:cxnLst/>
              <a:rect l="l" t="t" r="r" b="b"/>
              <a:pathLst>
                <a:path w="3438525" h="2419350">
                  <a:moveTo>
                    <a:pt x="0" y="145176"/>
                  </a:moveTo>
                  <a:lnTo>
                    <a:pt x="7832" y="88659"/>
                  </a:lnTo>
                  <a:lnTo>
                    <a:pt x="29204" y="42514"/>
                  </a:lnTo>
                  <a:lnTo>
                    <a:pt x="60917" y="11404"/>
                  </a:lnTo>
                  <a:lnTo>
                    <a:pt x="99762" y="0"/>
                  </a:lnTo>
                  <a:lnTo>
                    <a:pt x="3338171" y="0"/>
                  </a:lnTo>
                  <a:lnTo>
                    <a:pt x="3377045" y="11386"/>
                  </a:lnTo>
                  <a:lnTo>
                    <a:pt x="3408770" y="42499"/>
                  </a:lnTo>
                  <a:lnTo>
                    <a:pt x="3430149" y="88654"/>
                  </a:lnTo>
                  <a:lnTo>
                    <a:pt x="3437984" y="145177"/>
                  </a:lnTo>
                  <a:lnTo>
                    <a:pt x="3437985" y="2274180"/>
                  </a:lnTo>
                  <a:lnTo>
                    <a:pt x="3430145" y="2330711"/>
                  </a:lnTo>
                  <a:lnTo>
                    <a:pt x="3408755" y="2376862"/>
                  </a:lnTo>
                  <a:lnTo>
                    <a:pt x="3377020" y="2407959"/>
                  </a:lnTo>
                  <a:lnTo>
                    <a:pt x="3338171" y="2419350"/>
                  </a:lnTo>
                  <a:lnTo>
                    <a:pt x="99757" y="2419348"/>
                  </a:lnTo>
                  <a:lnTo>
                    <a:pt x="60913" y="2407937"/>
                  </a:lnTo>
                  <a:lnTo>
                    <a:pt x="29206" y="2376829"/>
                  </a:lnTo>
                  <a:lnTo>
                    <a:pt x="7836" y="2330688"/>
                  </a:lnTo>
                  <a:lnTo>
                    <a:pt x="2" y="2274172"/>
                  </a:lnTo>
                  <a:lnTo>
                    <a:pt x="0" y="145176"/>
                  </a:lnTo>
                </a:path>
              </a:pathLst>
            </a:custGeom>
            <a:ln w="38100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13746097" y="6148739"/>
            <a:ext cx="3476625" cy="2457450"/>
            <a:chOff x="13746097" y="6148739"/>
            <a:chExt cx="3476625" cy="2457450"/>
          </a:xfrm>
        </p:grpSpPr>
        <p:sp>
          <p:nvSpPr>
            <p:cNvPr id="65" name="object 65"/>
            <p:cNvSpPr/>
            <p:nvPr/>
          </p:nvSpPr>
          <p:spPr>
            <a:xfrm>
              <a:off x="13765148" y="6167789"/>
              <a:ext cx="3438525" cy="2419350"/>
            </a:xfrm>
            <a:custGeom>
              <a:avLst/>
              <a:gdLst/>
              <a:ahLst/>
              <a:cxnLst/>
              <a:rect l="l" t="t" r="r" b="b"/>
              <a:pathLst>
                <a:path w="3438525" h="2419350">
                  <a:moveTo>
                    <a:pt x="3338220" y="2419350"/>
                  </a:moveTo>
                  <a:lnTo>
                    <a:pt x="99761" y="2419350"/>
                  </a:lnTo>
                  <a:lnTo>
                    <a:pt x="60920" y="2407946"/>
                  </a:lnTo>
                  <a:lnTo>
                    <a:pt x="29211" y="2376844"/>
                  </a:lnTo>
                  <a:lnTo>
                    <a:pt x="7836" y="2330705"/>
                  </a:lnTo>
                  <a:lnTo>
                    <a:pt x="0" y="2274189"/>
                  </a:lnTo>
                  <a:lnTo>
                    <a:pt x="0" y="145161"/>
                  </a:lnTo>
                  <a:lnTo>
                    <a:pt x="7836" y="88645"/>
                  </a:lnTo>
                  <a:lnTo>
                    <a:pt x="29211" y="42505"/>
                  </a:lnTo>
                  <a:lnTo>
                    <a:pt x="60920" y="11403"/>
                  </a:lnTo>
                  <a:lnTo>
                    <a:pt x="99761" y="0"/>
                  </a:lnTo>
                  <a:lnTo>
                    <a:pt x="3338220" y="0"/>
                  </a:lnTo>
                  <a:lnTo>
                    <a:pt x="3377060" y="11403"/>
                  </a:lnTo>
                  <a:lnTo>
                    <a:pt x="3408769" y="42505"/>
                  </a:lnTo>
                  <a:lnTo>
                    <a:pt x="3430144" y="88645"/>
                  </a:lnTo>
                  <a:lnTo>
                    <a:pt x="3437981" y="145161"/>
                  </a:lnTo>
                  <a:lnTo>
                    <a:pt x="3437981" y="2274189"/>
                  </a:lnTo>
                  <a:lnTo>
                    <a:pt x="3430144" y="2330705"/>
                  </a:lnTo>
                  <a:lnTo>
                    <a:pt x="3408769" y="2376844"/>
                  </a:lnTo>
                  <a:lnTo>
                    <a:pt x="3377060" y="2407946"/>
                  </a:lnTo>
                  <a:lnTo>
                    <a:pt x="3338220" y="2419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765147" y="6167789"/>
              <a:ext cx="3438525" cy="2419350"/>
            </a:xfrm>
            <a:custGeom>
              <a:avLst/>
              <a:gdLst/>
              <a:ahLst/>
              <a:cxnLst/>
              <a:rect l="l" t="t" r="r" b="b"/>
              <a:pathLst>
                <a:path w="3438525" h="2419350">
                  <a:moveTo>
                    <a:pt x="0" y="145176"/>
                  </a:moveTo>
                  <a:lnTo>
                    <a:pt x="7832" y="88659"/>
                  </a:lnTo>
                  <a:lnTo>
                    <a:pt x="29204" y="42514"/>
                  </a:lnTo>
                  <a:lnTo>
                    <a:pt x="60917" y="11404"/>
                  </a:lnTo>
                  <a:lnTo>
                    <a:pt x="99762" y="0"/>
                  </a:lnTo>
                  <a:lnTo>
                    <a:pt x="3338171" y="0"/>
                  </a:lnTo>
                  <a:lnTo>
                    <a:pt x="3377045" y="11386"/>
                  </a:lnTo>
                  <a:lnTo>
                    <a:pt x="3408769" y="42500"/>
                  </a:lnTo>
                  <a:lnTo>
                    <a:pt x="3430148" y="88654"/>
                  </a:lnTo>
                  <a:lnTo>
                    <a:pt x="3437984" y="145177"/>
                  </a:lnTo>
                  <a:lnTo>
                    <a:pt x="3437985" y="2274180"/>
                  </a:lnTo>
                  <a:lnTo>
                    <a:pt x="3430144" y="2330710"/>
                  </a:lnTo>
                  <a:lnTo>
                    <a:pt x="3408754" y="2376862"/>
                  </a:lnTo>
                  <a:lnTo>
                    <a:pt x="3377020" y="2407959"/>
                  </a:lnTo>
                  <a:lnTo>
                    <a:pt x="3338171" y="2419350"/>
                  </a:lnTo>
                  <a:lnTo>
                    <a:pt x="99757" y="2419348"/>
                  </a:lnTo>
                  <a:lnTo>
                    <a:pt x="60913" y="2407937"/>
                  </a:lnTo>
                  <a:lnTo>
                    <a:pt x="29206" y="2376829"/>
                  </a:lnTo>
                  <a:lnTo>
                    <a:pt x="7836" y="2330688"/>
                  </a:lnTo>
                  <a:lnTo>
                    <a:pt x="2" y="2274172"/>
                  </a:lnTo>
                  <a:lnTo>
                    <a:pt x="0" y="145176"/>
                  </a:lnTo>
                </a:path>
              </a:pathLst>
            </a:custGeom>
            <a:ln w="38100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5208" y="7028087"/>
              <a:ext cx="66675" cy="6667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5208" y="7313837"/>
              <a:ext cx="66675" cy="6667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5208" y="7599587"/>
              <a:ext cx="66675" cy="6667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5208" y="7885337"/>
              <a:ext cx="66675" cy="6667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5208" y="8171087"/>
              <a:ext cx="66675" cy="66674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13912958" y="6301013"/>
            <a:ext cx="3155842" cy="223202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Reviewer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generated application content, identifies unsupported or exaggerated claims, and corrects them.</a:t>
            </a:r>
          </a:p>
        </p:txBody>
      </p:sp>
      <p:sp>
        <p:nvSpPr>
          <p:cNvPr id="8" name="object 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283857" y="9545189"/>
            <a:ext cx="1042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720" y="9479533"/>
            <a:ext cx="49072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209568" y="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1234440"/>
                </a:moveTo>
                <a:lnTo>
                  <a:pt x="568982" y="1232583"/>
                </a:lnTo>
                <a:lnTo>
                  <a:pt x="521760" y="1227104"/>
                </a:lnTo>
                <a:lnTo>
                  <a:pt x="475691" y="1218139"/>
                </a:lnTo>
                <a:lnTo>
                  <a:pt x="430912" y="1205827"/>
                </a:lnTo>
                <a:lnTo>
                  <a:pt x="387561" y="1190304"/>
                </a:lnTo>
                <a:lnTo>
                  <a:pt x="345774" y="1171708"/>
                </a:lnTo>
                <a:lnTo>
                  <a:pt x="305689" y="1150175"/>
                </a:lnTo>
                <a:lnTo>
                  <a:pt x="267442" y="1125843"/>
                </a:lnTo>
                <a:lnTo>
                  <a:pt x="231172" y="1098849"/>
                </a:lnTo>
                <a:lnTo>
                  <a:pt x="197015" y="1069330"/>
                </a:lnTo>
                <a:lnTo>
                  <a:pt x="165109" y="1037424"/>
                </a:lnTo>
                <a:lnTo>
                  <a:pt x="135590" y="1003267"/>
                </a:lnTo>
                <a:lnTo>
                  <a:pt x="108596" y="966997"/>
                </a:lnTo>
                <a:lnTo>
                  <a:pt x="84264" y="928751"/>
                </a:lnTo>
                <a:lnTo>
                  <a:pt x="62731" y="888665"/>
                </a:lnTo>
                <a:lnTo>
                  <a:pt x="44135" y="846878"/>
                </a:lnTo>
                <a:lnTo>
                  <a:pt x="28612" y="803527"/>
                </a:lnTo>
                <a:lnTo>
                  <a:pt x="16300" y="758748"/>
                </a:lnTo>
                <a:lnTo>
                  <a:pt x="7336" y="712679"/>
                </a:lnTo>
                <a:lnTo>
                  <a:pt x="1856" y="665457"/>
                </a:lnTo>
                <a:lnTo>
                  <a:pt x="0" y="617220"/>
                </a:lnTo>
                <a:lnTo>
                  <a:pt x="1856" y="568982"/>
                </a:lnTo>
                <a:lnTo>
                  <a:pt x="7336" y="521760"/>
                </a:lnTo>
                <a:lnTo>
                  <a:pt x="16300" y="475691"/>
                </a:lnTo>
                <a:lnTo>
                  <a:pt x="28612" y="430912"/>
                </a:lnTo>
                <a:lnTo>
                  <a:pt x="44135" y="387561"/>
                </a:lnTo>
                <a:lnTo>
                  <a:pt x="62731" y="345774"/>
                </a:lnTo>
                <a:lnTo>
                  <a:pt x="84264" y="305689"/>
                </a:lnTo>
                <a:lnTo>
                  <a:pt x="108596" y="267442"/>
                </a:lnTo>
                <a:lnTo>
                  <a:pt x="135590" y="231172"/>
                </a:lnTo>
                <a:lnTo>
                  <a:pt x="165109" y="197015"/>
                </a:lnTo>
                <a:lnTo>
                  <a:pt x="197015" y="165109"/>
                </a:lnTo>
                <a:lnTo>
                  <a:pt x="231172" y="135590"/>
                </a:lnTo>
                <a:lnTo>
                  <a:pt x="267442" y="108596"/>
                </a:lnTo>
                <a:lnTo>
                  <a:pt x="305689" y="84264"/>
                </a:lnTo>
                <a:lnTo>
                  <a:pt x="345774" y="62731"/>
                </a:lnTo>
                <a:lnTo>
                  <a:pt x="387561" y="44135"/>
                </a:lnTo>
                <a:lnTo>
                  <a:pt x="430912" y="28612"/>
                </a:lnTo>
                <a:lnTo>
                  <a:pt x="475691" y="16300"/>
                </a:lnTo>
                <a:lnTo>
                  <a:pt x="521760" y="7336"/>
                </a:lnTo>
                <a:lnTo>
                  <a:pt x="568982" y="1856"/>
                </a:lnTo>
                <a:lnTo>
                  <a:pt x="617220" y="0"/>
                </a:lnTo>
                <a:lnTo>
                  <a:pt x="665457" y="1856"/>
                </a:lnTo>
                <a:lnTo>
                  <a:pt x="712679" y="7336"/>
                </a:lnTo>
                <a:lnTo>
                  <a:pt x="758748" y="16300"/>
                </a:lnTo>
                <a:lnTo>
                  <a:pt x="803527" y="28612"/>
                </a:lnTo>
                <a:lnTo>
                  <a:pt x="846878" y="44135"/>
                </a:lnTo>
                <a:lnTo>
                  <a:pt x="888665" y="62731"/>
                </a:lnTo>
                <a:lnTo>
                  <a:pt x="928751" y="84264"/>
                </a:lnTo>
                <a:lnTo>
                  <a:pt x="966997" y="108596"/>
                </a:lnTo>
                <a:lnTo>
                  <a:pt x="1003267" y="135590"/>
                </a:lnTo>
                <a:lnTo>
                  <a:pt x="1037424" y="165109"/>
                </a:lnTo>
                <a:lnTo>
                  <a:pt x="1069330" y="197015"/>
                </a:lnTo>
                <a:lnTo>
                  <a:pt x="1098849" y="231172"/>
                </a:lnTo>
                <a:lnTo>
                  <a:pt x="1125843" y="267442"/>
                </a:lnTo>
                <a:lnTo>
                  <a:pt x="1150175" y="305689"/>
                </a:lnTo>
                <a:lnTo>
                  <a:pt x="1171708" y="345774"/>
                </a:lnTo>
                <a:lnTo>
                  <a:pt x="1190304" y="387561"/>
                </a:lnTo>
                <a:lnTo>
                  <a:pt x="1205827" y="430912"/>
                </a:lnTo>
                <a:lnTo>
                  <a:pt x="1218139" y="475691"/>
                </a:lnTo>
                <a:lnTo>
                  <a:pt x="1227104" y="521760"/>
                </a:lnTo>
                <a:lnTo>
                  <a:pt x="1232583" y="568982"/>
                </a:lnTo>
                <a:lnTo>
                  <a:pt x="1234440" y="617220"/>
                </a:lnTo>
                <a:lnTo>
                  <a:pt x="1232583" y="665457"/>
                </a:lnTo>
                <a:lnTo>
                  <a:pt x="1227104" y="712679"/>
                </a:lnTo>
                <a:lnTo>
                  <a:pt x="1218139" y="758748"/>
                </a:lnTo>
                <a:lnTo>
                  <a:pt x="1205827" y="803527"/>
                </a:lnTo>
                <a:lnTo>
                  <a:pt x="1190304" y="846878"/>
                </a:lnTo>
                <a:lnTo>
                  <a:pt x="1171708" y="888665"/>
                </a:lnTo>
                <a:lnTo>
                  <a:pt x="1150175" y="928751"/>
                </a:lnTo>
                <a:lnTo>
                  <a:pt x="1125843" y="966997"/>
                </a:lnTo>
                <a:lnTo>
                  <a:pt x="1098849" y="1003267"/>
                </a:lnTo>
                <a:lnTo>
                  <a:pt x="1069330" y="1037424"/>
                </a:lnTo>
                <a:lnTo>
                  <a:pt x="1037424" y="1069330"/>
                </a:lnTo>
                <a:lnTo>
                  <a:pt x="1003267" y="1098849"/>
                </a:lnTo>
                <a:lnTo>
                  <a:pt x="966997" y="1125843"/>
                </a:lnTo>
                <a:lnTo>
                  <a:pt x="928751" y="1150175"/>
                </a:lnTo>
                <a:lnTo>
                  <a:pt x="888665" y="1171708"/>
                </a:lnTo>
                <a:lnTo>
                  <a:pt x="846878" y="1190304"/>
                </a:lnTo>
                <a:lnTo>
                  <a:pt x="803527" y="1205827"/>
                </a:lnTo>
                <a:lnTo>
                  <a:pt x="758748" y="1218139"/>
                </a:lnTo>
                <a:lnTo>
                  <a:pt x="712679" y="1227104"/>
                </a:lnTo>
                <a:lnTo>
                  <a:pt x="665457" y="1232583"/>
                </a:lnTo>
                <a:lnTo>
                  <a:pt x="617220" y="1234440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22767" y="263544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000000"/>
                </a:solidFill>
              </a:rPr>
              <a:t>8</a:t>
            </a:r>
            <a:endParaRPr sz="4200"/>
          </a:p>
        </p:txBody>
      </p:sp>
      <p:sp>
        <p:nvSpPr>
          <p:cNvPr id="2" name="object 2"/>
          <p:cNvSpPr/>
          <p:nvPr/>
        </p:nvSpPr>
        <p:spPr>
          <a:xfrm>
            <a:off x="1566509" y="1028700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5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8667" y="290033"/>
            <a:ext cx="130295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AGENT WORKFLOW AND </a:t>
            </a:r>
            <a:r>
              <a:rPr sz="4800" b="1" spc="-10" dirty="0">
                <a:solidFill>
                  <a:srgbClr val="5B2D8E"/>
                </a:solidFill>
                <a:latin typeface="Arial"/>
                <a:cs typeface="Arial"/>
              </a:rPr>
              <a:t>ORCHESTRATION</a:t>
            </a:r>
            <a:endParaRPr sz="4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9543" y="312529"/>
            <a:ext cx="3575612" cy="14323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1031" y="9798935"/>
            <a:ext cx="1042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74454" y="9804207"/>
            <a:ext cx="49072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73CD5F-4754-FDB1-87E4-2E6996851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842932"/>
            <a:ext cx="17449800" cy="78380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941781" y="723030"/>
            <a:ext cx="322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Arial"/>
                <a:cs typeface="Arial"/>
              </a:rPr>
              <a:t>9</a:t>
            </a:r>
            <a:endParaRPr sz="42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92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ORCHESTRATION</a:t>
            </a:r>
          </a:p>
        </p:txBody>
      </p:sp>
      <p:pic>
        <p:nvPicPr>
          <p:cNvPr id="57" name="object 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3185" y="220437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5EF7A5F-7BA4-C088-BD1D-22A55DACC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1"/>
            <a:ext cx="18288000" cy="94951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793429" y="723030"/>
            <a:ext cx="6191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200" b="1" spc="-25" dirty="0">
                <a:latin typeface="Arial"/>
                <a:cs typeface="Arial"/>
              </a:rPr>
              <a:t>10</a:t>
            </a:r>
            <a:endParaRPr lang="en-IN" sz="4200" dirty="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073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System</a:t>
            </a:r>
            <a:r>
              <a:rPr lang="en-IN" spc="-204" dirty="0"/>
              <a:t> </a:t>
            </a:r>
            <a:r>
              <a:rPr lang="en-IN" dirty="0"/>
              <a:t>Architecture:</a:t>
            </a:r>
            <a:r>
              <a:rPr lang="en-IN" spc="-204" dirty="0"/>
              <a:t> </a:t>
            </a:r>
            <a:r>
              <a:rPr lang="en-IN" dirty="0"/>
              <a:t>Tiered</a:t>
            </a:r>
            <a:r>
              <a:rPr lang="en-IN" spc="-204" dirty="0"/>
              <a:t> </a:t>
            </a:r>
            <a:r>
              <a:rPr lang="en-IN" spc="-20" dirty="0"/>
              <a:t>View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09197" y="261585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408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752252-3966-6DB8-72E6-661169584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840263"/>
            <a:ext cx="18059399" cy="75768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44">
            <a:extLst>
              <a:ext uri="{FF2B5EF4-FFF2-40B4-BE49-F238E27FC236}">
                <a16:creationId xmlns:a16="http://schemas.microsoft.com/office/drawing/2014/main" id="{B34B851F-F9B7-8CF3-30DE-59D9B10A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7D5D70D-082B-90B2-4477-F1BBFAC92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4299"/>
            <a:ext cx="18135600" cy="100584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0202" y="359146"/>
            <a:ext cx="10764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48613" y="10022720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8488" y="10027992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BF9E44-5DFC-1321-9D4F-56E84172D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13" y="190500"/>
            <a:ext cx="17687155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530454"/>
            <a:ext cx="10764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248613" y="10022720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64988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638351-F58F-6D3B-961C-889DDB172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174"/>
            <a:ext cx="18059400" cy="9865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61962" y="9880865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93588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05365A-3B5A-AA9D-F4B1-7AA2CF43B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175"/>
            <a:ext cx="18135600" cy="97005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78080" y="723030"/>
            <a:ext cx="449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latin typeface="Arial"/>
                <a:cs typeface="Arial"/>
              </a:rPr>
              <a:t>1</a:t>
            </a:r>
            <a:r>
              <a:rPr lang="en-US" sz="3000" b="1" spc="-25" dirty="0">
                <a:latin typeface="Arial"/>
                <a:cs typeface="Arial"/>
              </a:rPr>
              <a:t>5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uFill>
                  <a:solidFill>
                    <a:srgbClr val="F5C417"/>
                  </a:solidFill>
                </a:uFill>
              </a:rPr>
              <a:t>Compa</a:t>
            </a:r>
            <a:r>
              <a:rPr dirty="0"/>
              <a:t>rison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0" dirty="0"/>
              <a:t> </a:t>
            </a:r>
            <a:r>
              <a:rPr spc="-10" dirty="0"/>
              <a:t>Innovation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9189" y="86096"/>
            <a:ext cx="3575612" cy="143234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963394"/>
              </p:ext>
            </p:extLst>
          </p:nvPr>
        </p:nvGraphicFramePr>
        <p:xfrm>
          <a:off x="1343874" y="1995519"/>
          <a:ext cx="9504679" cy="7251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Only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RAG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Career Pilot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Understanding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Retrieval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Decision-Making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Search &amp; Retrieval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Skill-Gap Analysis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Learning Plan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Reflection &amp; Correction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Approval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Retrieval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536670" y="1995519"/>
            <a:ext cx="569468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32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  <a:spcBef>
                <a:spcPts val="2435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Pilot connects Profile Analysis → Job Search → Skill-Gap Analysis → Agentic RAG → Personalized Planning → Reflection → Human Approval in one continuous Agentic AI workflow.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1962" y="9880865"/>
            <a:ext cx="104203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Final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93588" y="9957065"/>
            <a:ext cx="490728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dirty="0">
                <a:latin typeface="Arial MT"/>
                <a:cs typeface="Arial MT"/>
              </a:rPr>
              <a:t>Department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Artificial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Intelligence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Learning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392D3-4E0B-A3DE-F508-82F373389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6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878080" y="723030"/>
            <a:ext cx="449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000000"/>
                </a:solidFill>
              </a:rPr>
              <a:t>1</a:t>
            </a:r>
            <a:r>
              <a:rPr lang="en-US" sz="3000" spc="-25" dirty="0">
                <a:solidFill>
                  <a:srgbClr val="000000"/>
                </a:solidFill>
              </a:rPr>
              <a:t>7</a:t>
            </a:r>
            <a:endParaRPr sz="3000" dirty="0"/>
          </a:p>
        </p:txBody>
      </p:sp>
      <p:sp>
        <p:nvSpPr>
          <p:cNvPr id="2" name="object 2"/>
          <p:cNvSpPr txBox="1"/>
          <p:nvPr/>
        </p:nvSpPr>
        <p:spPr>
          <a:xfrm>
            <a:off x="1777561" y="749519"/>
            <a:ext cx="4597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5B2D8E"/>
                </a:solidFill>
                <a:latin typeface="Arial"/>
                <a:cs typeface="Arial"/>
              </a:rPr>
              <a:t>FUTURE </a:t>
            </a:r>
            <a:r>
              <a:rPr sz="4800" b="1" spc="-20" dirty="0">
                <a:solidFill>
                  <a:srgbClr val="5B2D8E"/>
                </a:solidFill>
                <a:latin typeface="Arial"/>
                <a:cs typeface="Arial"/>
              </a:rPr>
              <a:t>WORK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20437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19238" y="2406119"/>
            <a:ext cx="16431260" cy="6470015"/>
            <a:chOff x="919238" y="2406119"/>
            <a:chExt cx="16431260" cy="6470015"/>
          </a:xfrm>
        </p:grpSpPr>
        <p:sp>
          <p:nvSpPr>
            <p:cNvPr id="5" name="object 5"/>
            <p:cNvSpPr/>
            <p:nvPr/>
          </p:nvSpPr>
          <p:spPr>
            <a:xfrm>
              <a:off x="919238" y="2406119"/>
              <a:ext cx="16431260" cy="6470015"/>
            </a:xfrm>
            <a:custGeom>
              <a:avLst/>
              <a:gdLst/>
              <a:ahLst/>
              <a:cxnLst/>
              <a:rect l="l" t="t" r="r" b="b"/>
              <a:pathLst>
                <a:path w="16431260" h="6470015">
                  <a:moveTo>
                    <a:pt x="16284129" y="6469856"/>
                  </a:moveTo>
                  <a:lnTo>
                    <a:pt x="147065" y="6469856"/>
                  </a:lnTo>
                  <a:lnTo>
                    <a:pt x="100628" y="6462361"/>
                  </a:lnTo>
                  <a:lnTo>
                    <a:pt x="60252" y="6441488"/>
                  </a:lnTo>
                  <a:lnTo>
                    <a:pt x="28408" y="6409656"/>
                  </a:lnTo>
                  <a:lnTo>
                    <a:pt x="7513" y="6369284"/>
                  </a:lnTo>
                  <a:lnTo>
                    <a:pt x="0" y="6322790"/>
                  </a:lnTo>
                  <a:lnTo>
                    <a:pt x="0" y="147065"/>
                  </a:lnTo>
                  <a:lnTo>
                    <a:pt x="7495" y="100571"/>
                  </a:lnTo>
                  <a:lnTo>
                    <a:pt x="28367" y="60199"/>
                  </a:lnTo>
                  <a:lnTo>
                    <a:pt x="60199" y="28367"/>
                  </a:lnTo>
                  <a:lnTo>
                    <a:pt x="100571" y="7495"/>
                  </a:lnTo>
                  <a:lnTo>
                    <a:pt x="147065" y="0"/>
                  </a:lnTo>
                  <a:lnTo>
                    <a:pt x="16284129" y="0"/>
                  </a:lnTo>
                  <a:lnTo>
                    <a:pt x="16330623" y="7495"/>
                  </a:lnTo>
                  <a:lnTo>
                    <a:pt x="16370995" y="28367"/>
                  </a:lnTo>
                  <a:lnTo>
                    <a:pt x="16402826" y="60199"/>
                  </a:lnTo>
                  <a:lnTo>
                    <a:pt x="16423699" y="100571"/>
                  </a:lnTo>
                  <a:lnTo>
                    <a:pt x="16431194" y="147065"/>
                  </a:lnTo>
                  <a:lnTo>
                    <a:pt x="16431194" y="6322790"/>
                  </a:lnTo>
                  <a:lnTo>
                    <a:pt x="16423699" y="6369284"/>
                  </a:lnTo>
                  <a:lnTo>
                    <a:pt x="16402826" y="6409656"/>
                  </a:lnTo>
                  <a:lnTo>
                    <a:pt x="16370995" y="6441488"/>
                  </a:lnTo>
                  <a:lnTo>
                    <a:pt x="16330623" y="6462361"/>
                  </a:lnTo>
                  <a:lnTo>
                    <a:pt x="16284129" y="6469856"/>
                  </a:lnTo>
                  <a:close/>
                </a:path>
              </a:pathLst>
            </a:custGeom>
            <a:solidFill>
              <a:srgbClr val="F4F1F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919372" y="2406119"/>
              <a:ext cx="16430625" cy="6467475"/>
            </a:xfrm>
            <a:custGeom>
              <a:avLst/>
              <a:gdLst/>
              <a:ahLst/>
              <a:cxnLst/>
              <a:rect l="l" t="t" r="r" b="b"/>
              <a:pathLst>
                <a:path w="16430625" h="6467475">
                  <a:moveTo>
                    <a:pt x="16430488" y="6325328"/>
                  </a:moveTo>
                  <a:lnTo>
                    <a:pt x="16423422" y="6369176"/>
                  </a:lnTo>
                  <a:lnTo>
                    <a:pt x="16402549" y="6409548"/>
                  </a:lnTo>
                  <a:lnTo>
                    <a:pt x="16370717" y="6441379"/>
                  </a:lnTo>
                  <a:lnTo>
                    <a:pt x="16330345" y="6462251"/>
                  </a:lnTo>
                  <a:lnTo>
                    <a:pt x="16297941" y="6467473"/>
                  </a:lnTo>
                </a:path>
                <a:path w="16430625" h="6467475">
                  <a:moveTo>
                    <a:pt x="132991" y="6467474"/>
                  </a:moveTo>
                  <a:lnTo>
                    <a:pt x="60210" y="6441338"/>
                  </a:lnTo>
                  <a:lnTo>
                    <a:pt x="28382" y="6409497"/>
                  </a:lnTo>
                  <a:lnTo>
                    <a:pt x="7507" y="6369136"/>
                  </a:lnTo>
                  <a:lnTo>
                    <a:pt x="0" y="6322682"/>
                  </a:lnTo>
                  <a:lnTo>
                    <a:pt x="0" y="147063"/>
                  </a:lnTo>
                  <a:lnTo>
                    <a:pt x="7494" y="100570"/>
                  </a:lnTo>
                  <a:lnTo>
                    <a:pt x="28367" y="60198"/>
                  </a:lnTo>
                  <a:lnTo>
                    <a:pt x="60198" y="28367"/>
                  </a:lnTo>
                  <a:lnTo>
                    <a:pt x="100570" y="7495"/>
                  </a:lnTo>
                  <a:lnTo>
                    <a:pt x="147063" y="0"/>
                  </a:lnTo>
                  <a:lnTo>
                    <a:pt x="16283851" y="0"/>
                  </a:lnTo>
                  <a:lnTo>
                    <a:pt x="16330345" y="7494"/>
                  </a:lnTo>
                  <a:lnTo>
                    <a:pt x="16370717" y="28366"/>
                  </a:lnTo>
                  <a:lnTo>
                    <a:pt x="16402549" y="60198"/>
                  </a:lnTo>
                  <a:lnTo>
                    <a:pt x="16423422" y="100569"/>
                  </a:lnTo>
                  <a:lnTo>
                    <a:pt x="16430488" y="144417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8719" y="2553361"/>
              <a:ext cx="4999990" cy="2144395"/>
            </a:xfrm>
            <a:custGeom>
              <a:avLst/>
              <a:gdLst/>
              <a:ahLst/>
              <a:cxnLst/>
              <a:rect l="l" t="t" r="r" b="b"/>
              <a:pathLst>
                <a:path w="4999990" h="2144395">
                  <a:moveTo>
                    <a:pt x="4762690" y="2143994"/>
                  </a:moveTo>
                  <a:lnTo>
                    <a:pt x="239839" y="2143994"/>
                  </a:lnTo>
                  <a:lnTo>
                    <a:pt x="176069" y="2139399"/>
                  </a:lnTo>
                  <a:lnTo>
                    <a:pt x="118773" y="2126432"/>
                  </a:lnTo>
                  <a:lnTo>
                    <a:pt x="70234" y="2106317"/>
                  </a:lnTo>
                  <a:lnTo>
                    <a:pt x="32737" y="2080279"/>
                  </a:lnTo>
                  <a:lnTo>
                    <a:pt x="8565" y="2049543"/>
                  </a:lnTo>
                  <a:lnTo>
                    <a:pt x="0" y="2015334"/>
                  </a:lnTo>
                  <a:lnTo>
                    <a:pt x="0" y="128660"/>
                  </a:lnTo>
                  <a:lnTo>
                    <a:pt x="32737" y="63715"/>
                  </a:lnTo>
                  <a:lnTo>
                    <a:pt x="70234" y="37677"/>
                  </a:lnTo>
                  <a:lnTo>
                    <a:pt x="118773" y="17561"/>
                  </a:lnTo>
                  <a:lnTo>
                    <a:pt x="176069" y="4594"/>
                  </a:lnTo>
                  <a:lnTo>
                    <a:pt x="239839" y="0"/>
                  </a:lnTo>
                  <a:lnTo>
                    <a:pt x="4762690" y="0"/>
                  </a:lnTo>
                  <a:lnTo>
                    <a:pt x="4826427" y="4594"/>
                  </a:lnTo>
                  <a:lnTo>
                    <a:pt x="4883713" y="17561"/>
                  </a:lnTo>
                  <a:lnTo>
                    <a:pt x="4932258" y="37677"/>
                  </a:lnTo>
                  <a:lnTo>
                    <a:pt x="4969770" y="63715"/>
                  </a:lnTo>
                  <a:lnTo>
                    <a:pt x="4993957" y="94451"/>
                  </a:lnTo>
                  <a:lnTo>
                    <a:pt x="4999861" y="118012"/>
                  </a:lnTo>
                  <a:lnTo>
                    <a:pt x="4999861" y="2025972"/>
                  </a:lnTo>
                  <a:lnTo>
                    <a:pt x="4969759" y="2080279"/>
                  </a:lnTo>
                  <a:lnTo>
                    <a:pt x="4932248" y="2106317"/>
                  </a:lnTo>
                  <a:lnTo>
                    <a:pt x="4883706" y="2126432"/>
                  </a:lnTo>
                  <a:lnTo>
                    <a:pt x="4826411" y="2139399"/>
                  </a:lnTo>
                  <a:lnTo>
                    <a:pt x="4762690" y="2143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8719" y="2553361"/>
              <a:ext cx="5000625" cy="2143125"/>
            </a:xfrm>
            <a:custGeom>
              <a:avLst/>
              <a:gdLst/>
              <a:ahLst/>
              <a:cxnLst/>
              <a:rect l="l" t="t" r="r" b="b"/>
              <a:pathLst>
                <a:path w="5000625" h="2143125">
                  <a:moveTo>
                    <a:pt x="5000625" y="2021993"/>
                  </a:moveTo>
                  <a:lnTo>
                    <a:pt x="4969587" y="2080135"/>
                  </a:lnTo>
                  <a:lnTo>
                    <a:pt x="4932092" y="2106175"/>
                  </a:lnTo>
                  <a:lnTo>
                    <a:pt x="4883557" y="2126296"/>
                  </a:lnTo>
                  <a:lnTo>
                    <a:pt x="4826264" y="2139271"/>
                  </a:lnTo>
                  <a:lnTo>
                    <a:pt x="4772818" y="2143124"/>
                  </a:lnTo>
                </a:path>
                <a:path w="5000625" h="2143125">
                  <a:moveTo>
                    <a:pt x="229583" y="2143124"/>
                  </a:moveTo>
                  <a:lnTo>
                    <a:pt x="176145" y="2139274"/>
                  </a:lnTo>
                  <a:lnTo>
                    <a:pt x="118852" y="2126308"/>
                  </a:lnTo>
                  <a:lnTo>
                    <a:pt x="70317" y="2106194"/>
                  </a:lnTo>
                  <a:lnTo>
                    <a:pt x="32822" y="2080157"/>
                  </a:lnTo>
                  <a:lnTo>
                    <a:pt x="8651" y="2049423"/>
                  </a:lnTo>
                  <a:lnTo>
                    <a:pt x="0" y="2015216"/>
                  </a:lnTo>
                  <a:lnTo>
                    <a:pt x="5" y="128631"/>
                  </a:lnTo>
                  <a:lnTo>
                    <a:pt x="32822" y="63711"/>
                  </a:lnTo>
                  <a:lnTo>
                    <a:pt x="70317" y="37674"/>
                  </a:lnTo>
                  <a:lnTo>
                    <a:pt x="118852" y="17560"/>
                  </a:lnTo>
                  <a:lnTo>
                    <a:pt x="176145" y="4594"/>
                  </a:lnTo>
                  <a:lnTo>
                    <a:pt x="239912" y="0"/>
                  </a:lnTo>
                  <a:lnTo>
                    <a:pt x="4762498" y="0"/>
                  </a:lnTo>
                  <a:lnTo>
                    <a:pt x="4826231" y="4594"/>
                  </a:lnTo>
                  <a:lnTo>
                    <a:pt x="4883515" y="17560"/>
                  </a:lnTo>
                  <a:lnTo>
                    <a:pt x="4932057" y="37674"/>
                  </a:lnTo>
                  <a:lnTo>
                    <a:pt x="4969566" y="63711"/>
                  </a:lnTo>
                  <a:lnTo>
                    <a:pt x="4993753" y="94445"/>
                  </a:lnTo>
                  <a:lnTo>
                    <a:pt x="5000624" y="121869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15978" y="2697254"/>
            <a:ext cx="4955540" cy="1924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Expanded Knowledge Base: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knowledge base with institution-specific curricula, verified learning resources, and additional career domains.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6902900" y="2697254"/>
            <a:ext cx="5038725" cy="2603061"/>
            <a:chOff x="6902900" y="3238445"/>
            <a:chExt cx="5038725" cy="1905000"/>
          </a:xfrm>
        </p:grpSpPr>
        <p:sp>
          <p:nvSpPr>
            <p:cNvPr id="17" name="object 17"/>
            <p:cNvSpPr/>
            <p:nvPr/>
          </p:nvSpPr>
          <p:spPr>
            <a:xfrm>
              <a:off x="6921950" y="3257495"/>
              <a:ext cx="5002530" cy="1868170"/>
            </a:xfrm>
            <a:custGeom>
              <a:avLst/>
              <a:gdLst/>
              <a:ahLst/>
              <a:cxnLst/>
              <a:rect l="l" t="t" r="r" b="b"/>
              <a:pathLst>
                <a:path w="5002530" h="1868170">
                  <a:moveTo>
                    <a:pt x="4762689" y="1867769"/>
                  </a:moveTo>
                  <a:lnTo>
                    <a:pt x="239839" y="1867769"/>
                  </a:lnTo>
                  <a:lnTo>
                    <a:pt x="176069" y="1863766"/>
                  </a:lnTo>
                  <a:lnTo>
                    <a:pt x="118773" y="1852470"/>
                  </a:lnTo>
                  <a:lnTo>
                    <a:pt x="70235" y="1834946"/>
                  </a:lnTo>
                  <a:lnTo>
                    <a:pt x="32737" y="1812263"/>
                  </a:lnTo>
                  <a:lnTo>
                    <a:pt x="0" y="1755685"/>
                  </a:lnTo>
                  <a:lnTo>
                    <a:pt x="0" y="112083"/>
                  </a:lnTo>
                  <a:lnTo>
                    <a:pt x="32737" y="55506"/>
                  </a:lnTo>
                  <a:lnTo>
                    <a:pt x="70235" y="32822"/>
                  </a:lnTo>
                  <a:lnTo>
                    <a:pt x="118773" y="15299"/>
                  </a:lnTo>
                  <a:lnTo>
                    <a:pt x="176069" y="4002"/>
                  </a:lnTo>
                  <a:lnTo>
                    <a:pt x="239839" y="0"/>
                  </a:lnTo>
                  <a:lnTo>
                    <a:pt x="4762689" y="0"/>
                  </a:lnTo>
                  <a:lnTo>
                    <a:pt x="4826427" y="4002"/>
                  </a:lnTo>
                  <a:lnTo>
                    <a:pt x="4883713" y="15299"/>
                  </a:lnTo>
                  <a:lnTo>
                    <a:pt x="4932258" y="32822"/>
                  </a:lnTo>
                  <a:lnTo>
                    <a:pt x="4969770" y="55506"/>
                  </a:lnTo>
                  <a:lnTo>
                    <a:pt x="5002529" y="112083"/>
                  </a:lnTo>
                  <a:lnTo>
                    <a:pt x="5002529" y="1755685"/>
                  </a:lnTo>
                  <a:lnTo>
                    <a:pt x="4969758" y="1812263"/>
                  </a:lnTo>
                  <a:lnTo>
                    <a:pt x="4932248" y="1834946"/>
                  </a:lnTo>
                  <a:lnTo>
                    <a:pt x="4883706" y="1852470"/>
                  </a:lnTo>
                  <a:lnTo>
                    <a:pt x="4826411" y="1863766"/>
                  </a:lnTo>
                  <a:lnTo>
                    <a:pt x="4762689" y="1867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21950" y="3257495"/>
              <a:ext cx="5000625" cy="1866900"/>
            </a:xfrm>
            <a:custGeom>
              <a:avLst/>
              <a:gdLst/>
              <a:ahLst/>
              <a:cxnLst/>
              <a:rect l="l" t="t" r="r" b="b"/>
              <a:pathLst>
                <a:path w="5000625" h="1866900">
                  <a:moveTo>
                    <a:pt x="5000626" y="1761396"/>
                  </a:moveTo>
                  <a:lnTo>
                    <a:pt x="4969567" y="1812121"/>
                  </a:lnTo>
                  <a:lnTo>
                    <a:pt x="4932072" y="1834806"/>
                  </a:lnTo>
                  <a:lnTo>
                    <a:pt x="4883537" y="1852335"/>
                  </a:lnTo>
                  <a:lnTo>
                    <a:pt x="4826245" y="1863638"/>
                  </a:lnTo>
                  <a:lnTo>
                    <a:pt x="4774324" y="1866900"/>
                  </a:lnTo>
                </a:path>
                <a:path w="5000625" h="1866900">
                  <a:moveTo>
                    <a:pt x="228075" y="1866900"/>
                  </a:moveTo>
                  <a:lnTo>
                    <a:pt x="176165" y="1863641"/>
                  </a:lnTo>
                  <a:lnTo>
                    <a:pt x="118873" y="1852345"/>
                  </a:lnTo>
                  <a:lnTo>
                    <a:pt x="70338" y="1834823"/>
                  </a:lnTo>
                  <a:lnTo>
                    <a:pt x="32843" y="1812141"/>
                  </a:lnTo>
                  <a:lnTo>
                    <a:pt x="0" y="1755567"/>
                  </a:lnTo>
                  <a:lnTo>
                    <a:pt x="8" y="112047"/>
                  </a:lnTo>
                  <a:lnTo>
                    <a:pt x="32843" y="55502"/>
                  </a:lnTo>
                  <a:lnTo>
                    <a:pt x="70338" y="32820"/>
                  </a:lnTo>
                  <a:lnTo>
                    <a:pt x="118873" y="15298"/>
                  </a:lnTo>
                  <a:lnTo>
                    <a:pt x="176165" y="4002"/>
                  </a:lnTo>
                  <a:lnTo>
                    <a:pt x="239931" y="0"/>
                  </a:lnTo>
                  <a:lnTo>
                    <a:pt x="4762479" y="0"/>
                  </a:lnTo>
                  <a:lnTo>
                    <a:pt x="4826211" y="4002"/>
                  </a:lnTo>
                  <a:lnTo>
                    <a:pt x="4883494" y="15298"/>
                  </a:lnTo>
                  <a:lnTo>
                    <a:pt x="4932036" y="32820"/>
                  </a:lnTo>
                  <a:lnTo>
                    <a:pt x="4969545" y="55502"/>
                  </a:lnTo>
                  <a:lnTo>
                    <a:pt x="4993731" y="82276"/>
                  </a:lnTo>
                  <a:lnTo>
                    <a:pt x="5000624" y="106242"/>
                  </a:lnTo>
                </a:path>
              </a:pathLst>
            </a:custGeom>
            <a:ln w="38100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75281" y="2879115"/>
            <a:ext cx="4545965" cy="1924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Advanced Retrieval: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hybrid lexical and vector retrieval with reranking to improve retrieval quality for larger knowledge bases.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1128353" y="4829634"/>
            <a:ext cx="5002534" cy="1777757"/>
            <a:chOff x="1190020" y="4707247"/>
            <a:chExt cx="5002534" cy="1843412"/>
          </a:xfrm>
        </p:grpSpPr>
        <p:sp>
          <p:nvSpPr>
            <p:cNvPr id="21" name="object 21"/>
            <p:cNvSpPr/>
            <p:nvPr/>
          </p:nvSpPr>
          <p:spPr>
            <a:xfrm>
              <a:off x="1190024" y="4707254"/>
              <a:ext cx="5002530" cy="1843405"/>
            </a:xfrm>
            <a:custGeom>
              <a:avLst/>
              <a:gdLst/>
              <a:ahLst/>
              <a:cxnLst/>
              <a:rect l="l" t="t" r="r" b="b"/>
              <a:pathLst>
                <a:path w="5002530" h="1843404">
                  <a:moveTo>
                    <a:pt x="4762690" y="1842797"/>
                  </a:moveTo>
                  <a:lnTo>
                    <a:pt x="239839" y="1842797"/>
                  </a:lnTo>
                  <a:lnTo>
                    <a:pt x="176069" y="1838848"/>
                  </a:lnTo>
                  <a:lnTo>
                    <a:pt x="118773" y="1827702"/>
                  </a:lnTo>
                  <a:lnTo>
                    <a:pt x="70234" y="1810413"/>
                  </a:lnTo>
                  <a:lnTo>
                    <a:pt x="32737" y="1788032"/>
                  </a:lnTo>
                  <a:lnTo>
                    <a:pt x="0" y="1732211"/>
                  </a:lnTo>
                  <a:lnTo>
                    <a:pt x="0" y="110585"/>
                  </a:lnTo>
                  <a:lnTo>
                    <a:pt x="32737" y="54763"/>
                  </a:lnTo>
                  <a:lnTo>
                    <a:pt x="70234" y="32383"/>
                  </a:lnTo>
                  <a:lnTo>
                    <a:pt x="118773" y="15094"/>
                  </a:lnTo>
                  <a:lnTo>
                    <a:pt x="176069" y="3949"/>
                  </a:lnTo>
                  <a:lnTo>
                    <a:pt x="239839" y="0"/>
                  </a:lnTo>
                  <a:lnTo>
                    <a:pt x="4762690" y="0"/>
                  </a:lnTo>
                  <a:lnTo>
                    <a:pt x="4826428" y="3949"/>
                  </a:lnTo>
                  <a:lnTo>
                    <a:pt x="4883714" y="15094"/>
                  </a:lnTo>
                  <a:lnTo>
                    <a:pt x="4932259" y="32383"/>
                  </a:lnTo>
                  <a:lnTo>
                    <a:pt x="4969771" y="54763"/>
                  </a:lnTo>
                  <a:lnTo>
                    <a:pt x="5002530" y="110585"/>
                  </a:lnTo>
                  <a:lnTo>
                    <a:pt x="5002530" y="1732211"/>
                  </a:lnTo>
                  <a:lnTo>
                    <a:pt x="4969759" y="1788032"/>
                  </a:lnTo>
                  <a:lnTo>
                    <a:pt x="4932249" y="1810413"/>
                  </a:lnTo>
                  <a:lnTo>
                    <a:pt x="4883707" y="1827702"/>
                  </a:lnTo>
                  <a:lnTo>
                    <a:pt x="4826411" y="1838848"/>
                  </a:lnTo>
                  <a:lnTo>
                    <a:pt x="4762690" y="18427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90020" y="4707247"/>
              <a:ext cx="5000625" cy="1838325"/>
            </a:xfrm>
            <a:custGeom>
              <a:avLst/>
              <a:gdLst/>
              <a:ahLst/>
              <a:cxnLst/>
              <a:rect l="l" t="t" r="r" b="b"/>
              <a:pathLst>
                <a:path w="5000625" h="1838325">
                  <a:moveTo>
                    <a:pt x="5000538" y="1738722"/>
                  </a:moveTo>
                  <a:lnTo>
                    <a:pt x="4993937" y="1761616"/>
                  </a:lnTo>
                  <a:lnTo>
                    <a:pt x="4969719" y="1788066"/>
                  </a:lnTo>
                  <a:lnTo>
                    <a:pt x="4932202" y="1810438"/>
                  </a:lnTo>
                  <a:lnTo>
                    <a:pt x="4883652" y="1827720"/>
                  </a:lnTo>
                  <a:lnTo>
                    <a:pt x="4829097" y="1838291"/>
                  </a:lnTo>
                </a:path>
                <a:path w="5000625" h="1838325">
                  <a:moveTo>
                    <a:pt x="173388" y="1838308"/>
                  </a:moveTo>
                  <a:lnTo>
                    <a:pt x="118766" y="1827705"/>
                  </a:lnTo>
                  <a:lnTo>
                    <a:pt x="70226" y="1810412"/>
                  </a:lnTo>
                  <a:lnTo>
                    <a:pt x="32729" y="1788026"/>
                  </a:lnTo>
                  <a:lnTo>
                    <a:pt x="4" y="1732195"/>
                  </a:lnTo>
                  <a:lnTo>
                    <a:pt x="0" y="110606"/>
                  </a:lnTo>
                  <a:lnTo>
                    <a:pt x="8560" y="81198"/>
                  </a:lnTo>
                  <a:lnTo>
                    <a:pt x="70232" y="32393"/>
                  </a:lnTo>
                  <a:lnTo>
                    <a:pt x="118771" y="15102"/>
                  </a:lnTo>
                  <a:lnTo>
                    <a:pt x="176068" y="3956"/>
                  </a:lnTo>
                  <a:lnTo>
                    <a:pt x="239837" y="6"/>
                  </a:lnTo>
                  <a:lnTo>
                    <a:pt x="4762581" y="0"/>
                  </a:lnTo>
                  <a:lnTo>
                    <a:pt x="4826323" y="3935"/>
                  </a:lnTo>
                  <a:lnTo>
                    <a:pt x="4883620" y="15066"/>
                  </a:lnTo>
                  <a:lnTo>
                    <a:pt x="4932184" y="32343"/>
                  </a:lnTo>
                  <a:lnTo>
                    <a:pt x="4969729" y="54720"/>
                  </a:lnTo>
                  <a:lnTo>
                    <a:pt x="4993922" y="81133"/>
                  </a:lnTo>
                  <a:lnTo>
                    <a:pt x="5000539" y="10408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49338" y="4914390"/>
            <a:ext cx="4517239" cy="16164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Long-Term Student Memory: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student learning history, completed courses, projects, previous skill gaps, and earlier career-advising interactions.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12181551" y="4334320"/>
            <a:ext cx="5038725" cy="2551000"/>
            <a:chOff x="12181551" y="4334320"/>
            <a:chExt cx="5038725" cy="2015489"/>
          </a:xfrm>
        </p:grpSpPr>
        <p:sp>
          <p:nvSpPr>
            <p:cNvPr id="32" name="object 32"/>
            <p:cNvSpPr/>
            <p:nvPr/>
          </p:nvSpPr>
          <p:spPr>
            <a:xfrm>
              <a:off x="12200601" y="4353370"/>
              <a:ext cx="5002530" cy="1977389"/>
            </a:xfrm>
            <a:custGeom>
              <a:avLst/>
              <a:gdLst/>
              <a:ahLst/>
              <a:cxnLst/>
              <a:rect l="l" t="t" r="r" b="b"/>
              <a:pathLst>
                <a:path w="5002530" h="1977389">
                  <a:moveTo>
                    <a:pt x="4762690" y="1976974"/>
                  </a:moveTo>
                  <a:lnTo>
                    <a:pt x="239839" y="1976974"/>
                  </a:lnTo>
                  <a:lnTo>
                    <a:pt x="176069" y="1972738"/>
                  </a:lnTo>
                  <a:lnTo>
                    <a:pt x="118773" y="1960780"/>
                  </a:lnTo>
                  <a:lnTo>
                    <a:pt x="70234" y="1942232"/>
                  </a:lnTo>
                  <a:lnTo>
                    <a:pt x="32737" y="1918223"/>
                  </a:lnTo>
                  <a:lnTo>
                    <a:pt x="0" y="1858337"/>
                  </a:lnTo>
                  <a:lnTo>
                    <a:pt x="0" y="118637"/>
                  </a:lnTo>
                  <a:lnTo>
                    <a:pt x="32737" y="58751"/>
                  </a:lnTo>
                  <a:lnTo>
                    <a:pt x="70234" y="34741"/>
                  </a:lnTo>
                  <a:lnTo>
                    <a:pt x="118773" y="16193"/>
                  </a:lnTo>
                  <a:lnTo>
                    <a:pt x="176069" y="4236"/>
                  </a:lnTo>
                  <a:lnTo>
                    <a:pt x="239839" y="0"/>
                  </a:lnTo>
                  <a:lnTo>
                    <a:pt x="4762690" y="0"/>
                  </a:lnTo>
                  <a:lnTo>
                    <a:pt x="4826427" y="4236"/>
                  </a:lnTo>
                  <a:lnTo>
                    <a:pt x="4883714" y="16193"/>
                  </a:lnTo>
                  <a:lnTo>
                    <a:pt x="4932259" y="34741"/>
                  </a:lnTo>
                  <a:lnTo>
                    <a:pt x="4969771" y="58751"/>
                  </a:lnTo>
                  <a:lnTo>
                    <a:pt x="5002530" y="118637"/>
                  </a:lnTo>
                  <a:lnTo>
                    <a:pt x="5002530" y="1858337"/>
                  </a:lnTo>
                  <a:lnTo>
                    <a:pt x="4969759" y="1918223"/>
                  </a:lnTo>
                  <a:lnTo>
                    <a:pt x="4932249" y="1942232"/>
                  </a:lnTo>
                  <a:lnTo>
                    <a:pt x="4883706" y="1960780"/>
                  </a:lnTo>
                  <a:lnTo>
                    <a:pt x="4826411" y="1972738"/>
                  </a:lnTo>
                  <a:lnTo>
                    <a:pt x="4762690" y="1976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200601" y="4353370"/>
              <a:ext cx="5000625" cy="1977389"/>
            </a:xfrm>
            <a:custGeom>
              <a:avLst/>
              <a:gdLst/>
              <a:ahLst/>
              <a:cxnLst/>
              <a:rect l="l" t="t" r="r" b="b"/>
              <a:pathLst>
                <a:path w="5000625" h="1977389">
                  <a:moveTo>
                    <a:pt x="5000625" y="1864615"/>
                  </a:moveTo>
                  <a:lnTo>
                    <a:pt x="4969618" y="1918114"/>
                  </a:lnTo>
                  <a:lnTo>
                    <a:pt x="4932122" y="1942125"/>
                  </a:lnTo>
                  <a:lnTo>
                    <a:pt x="4883586" y="1960680"/>
                  </a:lnTo>
                  <a:lnTo>
                    <a:pt x="4826293" y="1972644"/>
                  </a:lnTo>
                  <a:lnTo>
                    <a:pt x="4762525" y="1976883"/>
                  </a:lnTo>
                  <a:lnTo>
                    <a:pt x="239883" y="1976883"/>
                  </a:lnTo>
                  <a:lnTo>
                    <a:pt x="176116" y="1972647"/>
                  </a:lnTo>
                  <a:lnTo>
                    <a:pt x="118822" y="1960690"/>
                  </a:lnTo>
                  <a:lnTo>
                    <a:pt x="70286" y="1942143"/>
                  </a:lnTo>
                  <a:lnTo>
                    <a:pt x="32790" y="1918135"/>
                  </a:lnTo>
                  <a:lnTo>
                    <a:pt x="0" y="1858251"/>
                  </a:lnTo>
                  <a:lnTo>
                    <a:pt x="3" y="118617"/>
                  </a:lnTo>
                  <a:lnTo>
                    <a:pt x="32791" y="58748"/>
                  </a:lnTo>
                  <a:lnTo>
                    <a:pt x="70286" y="34740"/>
                  </a:lnTo>
                  <a:lnTo>
                    <a:pt x="118822" y="16193"/>
                  </a:lnTo>
                  <a:lnTo>
                    <a:pt x="176116" y="4236"/>
                  </a:lnTo>
                  <a:lnTo>
                    <a:pt x="239883" y="0"/>
                  </a:lnTo>
                  <a:lnTo>
                    <a:pt x="4762525" y="0"/>
                  </a:lnTo>
                  <a:lnTo>
                    <a:pt x="4826260" y="4236"/>
                  </a:lnTo>
                  <a:lnTo>
                    <a:pt x="4883544" y="16192"/>
                  </a:lnTo>
                  <a:lnTo>
                    <a:pt x="4932087" y="34740"/>
                  </a:lnTo>
                  <a:lnTo>
                    <a:pt x="4969597" y="58748"/>
                  </a:lnTo>
                  <a:lnTo>
                    <a:pt x="5000624" y="112263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341232" y="4606613"/>
            <a:ext cx="4799361" cy="1924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Production Deployment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authentication, privacy controls, audit logging, secure external integrations, and deployment infrastructure for real-world use.</a:t>
            </a:r>
          </a:p>
        </p:txBody>
      </p:sp>
      <p:grpSp>
        <p:nvGrpSpPr>
          <p:cNvPr id="27" name="object 27"/>
          <p:cNvGrpSpPr/>
          <p:nvPr/>
        </p:nvGrpSpPr>
        <p:grpSpPr>
          <a:xfrm>
            <a:off x="1128353" y="6734363"/>
            <a:ext cx="5038725" cy="1876425"/>
            <a:chOff x="1169665" y="6721495"/>
            <a:chExt cx="5038725" cy="1876425"/>
          </a:xfrm>
        </p:grpSpPr>
        <p:sp>
          <p:nvSpPr>
            <p:cNvPr id="28" name="object 28"/>
            <p:cNvSpPr/>
            <p:nvPr/>
          </p:nvSpPr>
          <p:spPr>
            <a:xfrm>
              <a:off x="1188719" y="6740551"/>
              <a:ext cx="5002530" cy="1843405"/>
            </a:xfrm>
            <a:custGeom>
              <a:avLst/>
              <a:gdLst/>
              <a:ahLst/>
              <a:cxnLst/>
              <a:rect l="l" t="t" r="r" b="b"/>
              <a:pathLst>
                <a:path w="5002530" h="1843404">
                  <a:moveTo>
                    <a:pt x="4762690" y="1842797"/>
                  </a:moveTo>
                  <a:lnTo>
                    <a:pt x="239839" y="1842797"/>
                  </a:lnTo>
                  <a:lnTo>
                    <a:pt x="176069" y="1838848"/>
                  </a:lnTo>
                  <a:lnTo>
                    <a:pt x="118773" y="1827702"/>
                  </a:lnTo>
                  <a:lnTo>
                    <a:pt x="70234" y="1810413"/>
                  </a:lnTo>
                  <a:lnTo>
                    <a:pt x="32737" y="1788032"/>
                  </a:lnTo>
                  <a:lnTo>
                    <a:pt x="0" y="1732211"/>
                  </a:lnTo>
                  <a:lnTo>
                    <a:pt x="0" y="110585"/>
                  </a:lnTo>
                  <a:lnTo>
                    <a:pt x="32737" y="54764"/>
                  </a:lnTo>
                  <a:lnTo>
                    <a:pt x="70234" y="32384"/>
                  </a:lnTo>
                  <a:lnTo>
                    <a:pt x="118773" y="15094"/>
                  </a:lnTo>
                  <a:lnTo>
                    <a:pt x="176069" y="3949"/>
                  </a:lnTo>
                  <a:lnTo>
                    <a:pt x="239839" y="0"/>
                  </a:lnTo>
                  <a:lnTo>
                    <a:pt x="4762690" y="0"/>
                  </a:lnTo>
                  <a:lnTo>
                    <a:pt x="4826428" y="3949"/>
                  </a:lnTo>
                  <a:lnTo>
                    <a:pt x="4883714" y="15094"/>
                  </a:lnTo>
                  <a:lnTo>
                    <a:pt x="4932259" y="32384"/>
                  </a:lnTo>
                  <a:lnTo>
                    <a:pt x="4969771" y="54764"/>
                  </a:lnTo>
                  <a:lnTo>
                    <a:pt x="5002530" y="110585"/>
                  </a:lnTo>
                  <a:lnTo>
                    <a:pt x="5002530" y="1732211"/>
                  </a:lnTo>
                  <a:lnTo>
                    <a:pt x="4969759" y="1788032"/>
                  </a:lnTo>
                  <a:lnTo>
                    <a:pt x="4932249" y="1810413"/>
                  </a:lnTo>
                  <a:lnTo>
                    <a:pt x="4883707" y="1827702"/>
                  </a:lnTo>
                  <a:lnTo>
                    <a:pt x="4826411" y="1838848"/>
                  </a:lnTo>
                  <a:lnTo>
                    <a:pt x="4762690" y="18427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88715" y="6740545"/>
              <a:ext cx="5000625" cy="1838325"/>
            </a:xfrm>
            <a:custGeom>
              <a:avLst/>
              <a:gdLst/>
              <a:ahLst/>
              <a:cxnLst/>
              <a:rect l="l" t="t" r="r" b="b"/>
              <a:pathLst>
                <a:path w="5000625" h="1838325">
                  <a:moveTo>
                    <a:pt x="5000538" y="1738722"/>
                  </a:moveTo>
                  <a:lnTo>
                    <a:pt x="4993937" y="1761616"/>
                  </a:lnTo>
                  <a:lnTo>
                    <a:pt x="4969719" y="1788066"/>
                  </a:lnTo>
                  <a:lnTo>
                    <a:pt x="4932202" y="1810438"/>
                  </a:lnTo>
                  <a:lnTo>
                    <a:pt x="4883652" y="1827720"/>
                  </a:lnTo>
                  <a:lnTo>
                    <a:pt x="4829097" y="1838290"/>
                  </a:lnTo>
                </a:path>
                <a:path w="5000625" h="1838325">
                  <a:moveTo>
                    <a:pt x="173388" y="1838308"/>
                  </a:moveTo>
                  <a:lnTo>
                    <a:pt x="118766" y="1827705"/>
                  </a:lnTo>
                  <a:lnTo>
                    <a:pt x="70226" y="1810412"/>
                  </a:lnTo>
                  <a:lnTo>
                    <a:pt x="32729" y="1788026"/>
                  </a:lnTo>
                  <a:lnTo>
                    <a:pt x="4" y="1732195"/>
                  </a:lnTo>
                  <a:lnTo>
                    <a:pt x="0" y="110606"/>
                  </a:lnTo>
                  <a:lnTo>
                    <a:pt x="8561" y="81198"/>
                  </a:lnTo>
                  <a:lnTo>
                    <a:pt x="70232" y="32393"/>
                  </a:lnTo>
                  <a:lnTo>
                    <a:pt x="118771" y="15102"/>
                  </a:lnTo>
                  <a:lnTo>
                    <a:pt x="176068" y="3956"/>
                  </a:lnTo>
                  <a:lnTo>
                    <a:pt x="239838" y="6"/>
                  </a:lnTo>
                  <a:lnTo>
                    <a:pt x="4762581" y="0"/>
                  </a:lnTo>
                  <a:lnTo>
                    <a:pt x="4826323" y="3935"/>
                  </a:lnTo>
                  <a:lnTo>
                    <a:pt x="4883620" y="15066"/>
                  </a:lnTo>
                  <a:lnTo>
                    <a:pt x="4932184" y="32343"/>
                  </a:lnTo>
                  <a:lnTo>
                    <a:pt x="4969729" y="54721"/>
                  </a:lnTo>
                  <a:lnTo>
                    <a:pt x="4993922" y="81133"/>
                  </a:lnTo>
                  <a:lnTo>
                    <a:pt x="5000539" y="104082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33169" y="6808371"/>
            <a:ext cx="4034154" cy="1370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Live Job Integration: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permitted live job APIs to provide updated opportunities and current industry requirements.</a:t>
            </a:r>
          </a:p>
        </p:txBody>
      </p:sp>
      <p:grpSp>
        <p:nvGrpSpPr>
          <p:cNvPr id="35" name="object 35"/>
          <p:cNvGrpSpPr/>
          <p:nvPr/>
        </p:nvGrpSpPr>
        <p:grpSpPr>
          <a:xfrm>
            <a:off x="6845721" y="6017201"/>
            <a:ext cx="5005084" cy="2346634"/>
            <a:chOff x="6921947" y="5938865"/>
            <a:chExt cx="5005084" cy="2453013"/>
          </a:xfrm>
        </p:grpSpPr>
        <p:sp>
          <p:nvSpPr>
            <p:cNvPr id="36" name="object 36"/>
            <p:cNvSpPr/>
            <p:nvPr/>
          </p:nvSpPr>
          <p:spPr>
            <a:xfrm>
              <a:off x="6921950" y="5938873"/>
              <a:ext cx="5000625" cy="2453005"/>
            </a:xfrm>
            <a:custGeom>
              <a:avLst/>
              <a:gdLst/>
              <a:ahLst/>
              <a:cxnLst/>
              <a:rect l="l" t="t" r="r" b="b"/>
              <a:pathLst>
                <a:path w="5000625" h="2453004">
                  <a:moveTo>
                    <a:pt x="4762690" y="2452550"/>
                  </a:moveTo>
                  <a:lnTo>
                    <a:pt x="239839" y="2452550"/>
                  </a:lnTo>
                  <a:lnTo>
                    <a:pt x="184836" y="2448664"/>
                  </a:lnTo>
                  <a:lnTo>
                    <a:pt x="134349" y="2437594"/>
                  </a:lnTo>
                  <a:lnTo>
                    <a:pt x="89818" y="2420223"/>
                  </a:lnTo>
                  <a:lnTo>
                    <a:pt x="52679" y="2397434"/>
                  </a:lnTo>
                  <a:lnTo>
                    <a:pt x="24371" y="2370107"/>
                  </a:lnTo>
                  <a:lnTo>
                    <a:pt x="0" y="2305374"/>
                  </a:lnTo>
                  <a:lnTo>
                    <a:pt x="0" y="147176"/>
                  </a:lnTo>
                  <a:lnTo>
                    <a:pt x="24371" y="82443"/>
                  </a:lnTo>
                  <a:lnTo>
                    <a:pt x="52679" y="55116"/>
                  </a:lnTo>
                  <a:lnTo>
                    <a:pt x="89818" y="32326"/>
                  </a:lnTo>
                  <a:lnTo>
                    <a:pt x="134349" y="14955"/>
                  </a:lnTo>
                  <a:lnTo>
                    <a:pt x="184836" y="3885"/>
                  </a:lnTo>
                  <a:lnTo>
                    <a:pt x="239839" y="0"/>
                  </a:lnTo>
                  <a:lnTo>
                    <a:pt x="4762690" y="0"/>
                  </a:lnTo>
                  <a:lnTo>
                    <a:pt x="4817664" y="3885"/>
                  </a:lnTo>
                  <a:lnTo>
                    <a:pt x="4868139" y="14955"/>
                  </a:lnTo>
                  <a:lnTo>
                    <a:pt x="4912672" y="32326"/>
                  </a:lnTo>
                  <a:lnTo>
                    <a:pt x="4949820" y="55116"/>
                  </a:lnTo>
                  <a:lnTo>
                    <a:pt x="4978142" y="82443"/>
                  </a:lnTo>
                  <a:lnTo>
                    <a:pt x="5000160" y="134555"/>
                  </a:lnTo>
                  <a:lnTo>
                    <a:pt x="5000160" y="2317983"/>
                  </a:lnTo>
                  <a:lnTo>
                    <a:pt x="4978132" y="2370107"/>
                  </a:lnTo>
                  <a:lnTo>
                    <a:pt x="4949811" y="2397434"/>
                  </a:lnTo>
                  <a:lnTo>
                    <a:pt x="4912665" y="2420223"/>
                  </a:lnTo>
                  <a:lnTo>
                    <a:pt x="4868134" y="2437594"/>
                  </a:lnTo>
                  <a:lnTo>
                    <a:pt x="4817651" y="2448664"/>
                  </a:lnTo>
                  <a:lnTo>
                    <a:pt x="4762690" y="2452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8421" y="8249525"/>
              <a:ext cx="188610" cy="13732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21947" y="5938865"/>
              <a:ext cx="5000625" cy="2447925"/>
            </a:xfrm>
            <a:custGeom>
              <a:avLst/>
              <a:gdLst/>
              <a:ahLst/>
              <a:cxnLst/>
              <a:rect l="l" t="t" r="r" b="b"/>
              <a:pathLst>
                <a:path w="5000625" h="2447925">
                  <a:moveTo>
                    <a:pt x="181472" y="2447901"/>
                  </a:moveTo>
                  <a:lnTo>
                    <a:pt x="134338" y="2437596"/>
                  </a:lnTo>
                  <a:lnTo>
                    <a:pt x="89804" y="2420220"/>
                  </a:lnTo>
                  <a:lnTo>
                    <a:pt x="52665" y="2397424"/>
                  </a:lnTo>
                  <a:lnTo>
                    <a:pt x="24360" y="2370089"/>
                  </a:lnTo>
                  <a:lnTo>
                    <a:pt x="3" y="2305349"/>
                  </a:lnTo>
                  <a:lnTo>
                    <a:pt x="0" y="147203"/>
                  </a:lnTo>
                  <a:lnTo>
                    <a:pt x="6327" y="113447"/>
                  </a:lnTo>
                  <a:lnTo>
                    <a:pt x="52672" y="55131"/>
                  </a:lnTo>
                  <a:lnTo>
                    <a:pt x="89812" y="32338"/>
                  </a:lnTo>
                  <a:lnTo>
                    <a:pt x="134345" y="14965"/>
                  </a:lnTo>
                  <a:lnTo>
                    <a:pt x="184833" y="3894"/>
                  </a:lnTo>
                  <a:lnTo>
                    <a:pt x="239837" y="7"/>
                  </a:lnTo>
                  <a:lnTo>
                    <a:pt x="4762581" y="0"/>
                  </a:lnTo>
                  <a:lnTo>
                    <a:pt x="4817561" y="3870"/>
                  </a:lnTo>
                  <a:lnTo>
                    <a:pt x="4868048" y="14927"/>
                  </a:lnTo>
                  <a:lnTo>
                    <a:pt x="4912599" y="32288"/>
                  </a:lnTo>
                  <a:lnTo>
                    <a:pt x="4949773" y="55075"/>
                  </a:lnTo>
                  <a:lnTo>
                    <a:pt x="4978123" y="82415"/>
                  </a:lnTo>
                  <a:lnTo>
                    <a:pt x="4996174" y="113394"/>
                  </a:lnTo>
                  <a:lnTo>
                    <a:pt x="5000544" y="137054"/>
                  </a:lnTo>
                </a:path>
              </a:pathLst>
            </a:custGeom>
            <a:ln w="38099">
              <a:solidFill>
                <a:srgbClr val="E1D5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075282" y="6286118"/>
            <a:ext cx="4663140" cy="18011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Automated Evaluation &amp; Monitoring: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automated evaluation methods, larger benchmark datasets, retrieval-quality monitoring, and model-error tracking.</a:t>
            </a:r>
          </a:p>
        </p:txBody>
      </p:sp>
      <p:sp>
        <p:nvSpPr>
          <p:cNvPr id="13" name="object 13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878080" y="723030"/>
            <a:ext cx="449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latin typeface="Arial"/>
                <a:cs typeface="Arial"/>
              </a:rPr>
              <a:t>1</a:t>
            </a:r>
            <a:r>
              <a:rPr lang="en-US" sz="3000" b="1" spc="-25" dirty="0">
                <a:latin typeface="Arial"/>
                <a:cs typeface="Arial"/>
              </a:rPr>
              <a:t>8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073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016" y="261585"/>
            <a:ext cx="3575612" cy="14323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64655" y="1652777"/>
            <a:ext cx="1920239" cy="75565"/>
          </a:xfrm>
          <a:custGeom>
            <a:avLst/>
            <a:gdLst/>
            <a:ahLst/>
            <a:cxnLst/>
            <a:rect l="l" t="t" r="r" b="b"/>
            <a:pathLst>
              <a:path w="1920239" h="75564">
                <a:moveTo>
                  <a:pt x="1920132" y="75437"/>
                </a:moveTo>
                <a:lnTo>
                  <a:pt x="0" y="75437"/>
                </a:lnTo>
                <a:lnTo>
                  <a:pt x="0" y="0"/>
                </a:lnTo>
                <a:lnTo>
                  <a:pt x="1920132" y="0"/>
                </a:lnTo>
                <a:lnTo>
                  <a:pt x="1920132" y="75437"/>
                </a:lnTo>
                <a:close/>
              </a:path>
            </a:pathLst>
          </a:custGeom>
          <a:solidFill>
            <a:srgbClr val="F5C4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1" y="1943336"/>
            <a:ext cx="17983200" cy="7321465"/>
          </a:xfrm>
          <a:custGeom>
            <a:avLst/>
            <a:gdLst/>
            <a:ahLst/>
            <a:cxnLst/>
            <a:rect l="l" t="t" r="r" b="b"/>
            <a:pathLst>
              <a:path w="16430625" h="6467475">
                <a:moveTo>
                  <a:pt x="16430488" y="6325328"/>
                </a:moveTo>
                <a:lnTo>
                  <a:pt x="16423422" y="6369176"/>
                </a:lnTo>
                <a:lnTo>
                  <a:pt x="16402549" y="6409548"/>
                </a:lnTo>
                <a:lnTo>
                  <a:pt x="16370717" y="6441379"/>
                </a:lnTo>
                <a:lnTo>
                  <a:pt x="16330345" y="6462251"/>
                </a:lnTo>
                <a:lnTo>
                  <a:pt x="16297941" y="6467473"/>
                </a:lnTo>
              </a:path>
              <a:path w="16430625" h="6467475">
                <a:moveTo>
                  <a:pt x="132991" y="6467474"/>
                </a:moveTo>
                <a:lnTo>
                  <a:pt x="60210" y="6441338"/>
                </a:lnTo>
                <a:lnTo>
                  <a:pt x="28382" y="6409497"/>
                </a:lnTo>
                <a:lnTo>
                  <a:pt x="7507" y="6369136"/>
                </a:lnTo>
                <a:lnTo>
                  <a:pt x="0" y="6322682"/>
                </a:lnTo>
                <a:lnTo>
                  <a:pt x="0" y="147063"/>
                </a:lnTo>
                <a:lnTo>
                  <a:pt x="7494" y="100570"/>
                </a:lnTo>
                <a:lnTo>
                  <a:pt x="28367" y="60198"/>
                </a:lnTo>
                <a:lnTo>
                  <a:pt x="60198" y="28367"/>
                </a:lnTo>
                <a:lnTo>
                  <a:pt x="100570" y="7495"/>
                </a:lnTo>
                <a:lnTo>
                  <a:pt x="147063" y="0"/>
                </a:lnTo>
                <a:lnTo>
                  <a:pt x="16283851" y="0"/>
                </a:lnTo>
                <a:lnTo>
                  <a:pt x="16330345" y="7494"/>
                </a:lnTo>
                <a:lnTo>
                  <a:pt x="16370717" y="28366"/>
                </a:lnTo>
                <a:lnTo>
                  <a:pt x="16402549" y="60198"/>
                </a:lnTo>
                <a:lnTo>
                  <a:pt x="16423422" y="100569"/>
                </a:lnTo>
                <a:lnTo>
                  <a:pt x="16430488" y="144417"/>
                </a:lnTo>
              </a:path>
            </a:pathLst>
          </a:custGeom>
          <a:ln w="38099">
            <a:solidFill>
              <a:srgbClr val="E1D5ED"/>
            </a:solidFill>
          </a:ln>
        </p:spPr>
        <p:txBody>
          <a:bodyPr wrap="square" lIns="0" tIns="0" rIns="0" bIns="0" rtlCol="0"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Pilot: AI-Based Personalized Student Career Advisor: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Pilot demonstrates how Agentic AI can transform student career advising from a simple question-answering task into a structured, personalized decision-making workflow.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Analysis: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agent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profile, career interests, available opportunities, and skill requirements.</a:t>
            </a:r>
          </a:p>
          <a:p>
            <a:pPr lvl="0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Agentic Decision-Making: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a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 workflow to reason, select tools, observe results, and determine the next                      appropriate 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Knowledge Retrieval: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Agentic RAG allows the system to decide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additional career or skill-roadmap knowledge is required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instead of retrieving information at every step.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Skill-Gap &amp; Learning Support: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identifies missing skills and generates personalized learning recommendations based on the identified gaps.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Application Assistance: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Reflection mechanism reviews generated application content and helps detect and correct unsupported or exaggerated candidate claims.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Human-Controlled Execution: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→ Review → Approve → Apply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 ensures that the student remains in control before any consequential application action.</a:t>
            </a:r>
          </a:p>
        </p:txBody>
      </p:sp>
      <p:sp>
        <p:nvSpPr>
          <p:cNvPr id="18" name="object 18"/>
          <p:cNvSpPr/>
          <p:nvPr/>
        </p:nvSpPr>
        <p:spPr>
          <a:xfrm>
            <a:off x="288915" y="9299219"/>
            <a:ext cx="16917035" cy="14604"/>
          </a:xfrm>
          <a:custGeom>
            <a:avLst/>
            <a:gdLst/>
            <a:ahLst/>
            <a:cxnLst/>
            <a:rect l="l" t="t" r="r" b="b"/>
            <a:pathLst>
              <a:path w="16917035" h="14604">
                <a:moveTo>
                  <a:pt x="0" y="0"/>
                </a:moveTo>
                <a:lnTo>
                  <a:pt x="16916593" y="14171"/>
                </a:lnTo>
              </a:path>
            </a:pathLst>
          </a:custGeom>
          <a:ln w="9524">
            <a:solidFill>
              <a:srgbClr val="E2D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760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review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760"/>
              </a:lnSpc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dirty="0"/>
              <a:t>Intelligence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4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53690-8858-88DD-9B4F-B5E32590EAB5}"/>
              </a:ext>
            </a:extLst>
          </p:cNvPr>
          <p:cNvSpPr txBox="1"/>
          <p:nvPr/>
        </p:nvSpPr>
        <p:spPr>
          <a:xfrm>
            <a:off x="2044700" y="2921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4ED0B2-D9E2-B5ED-A8AA-0D60DA825546}"/>
              </a:ext>
            </a:extLst>
          </p:cNvPr>
          <p:cNvSpPr txBox="1"/>
          <p:nvPr/>
        </p:nvSpPr>
        <p:spPr>
          <a:xfrm>
            <a:off x="1409700" y="2654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B2D8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32354" y="487679"/>
            <a:ext cx="12618720" cy="9791700"/>
            <a:chOff x="2832354" y="487679"/>
            <a:chExt cx="12618720" cy="9791700"/>
          </a:xfrm>
        </p:grpSpPr>
        <p:sp>
          <p:nvSpPr>
            <p:cNvPr id="4" name="object 4"/>
            <p:cNvSpPr/>
            <p:nvPr/>
          </p:nvSpPr>
          <p:spPr>
            <a:xfrm>
              <a:off x="2832341" y="487679"/>
              <a:ext cx="12618720" cy="9791700"/>
            </a:xfrm>
            <a:custGeom>
              <a:avLst/>
              <a:gdLst/>
              <a:ahLst/>
              <a:cxnLst/>
              <a:rect l="l" t="t" r="r" b="b"/>
              <a:pathLst>
                <a:path w="12618719" h="9791700">
                  <a:moveTo>
                    <a:pt x="12618720" y="6311900"/>
                  </a:moveTo>
                  <a:lnTo>
                    <a:pt x="12618517" y="6261100"/>
                  </a:lnTo>
                  <a:lnTo>
                    <a:pt x="12617882" y="6197600"/>
                  </a:lnTo>
                  <a:lnTo>
                    <a:pt x="12616828" y="6146800"/>
                  </a:lnTo>
                  <a:lnTo>
                    <a:pt x="12615355" y="6096000"/>
                  </a:lnTo>
                  <a:lnTo>
                    <a:pt x="12613462" y="6045200"/>
                  </a:lnTo>
                  <a:lnTo>
                    <a:pt x="12611164" y="5994400"/>
                  </a:lnTo>
                  <a:lnTo>
                    <a:pt x="12608433" y="5943600"/>
                  </a:lnTo>
                  <a:lnTo>
                    <a:pt x="12605309" y="5892800"/>
                  </a:lnTo>
                  <a:lnTo>
                    <a:pt x="12601766" y="5842000"/>
                  </a:lnTo>
                  <a:lnTo>
                    <a:pt x="12597816" y="5791200"/>
                  </a:lnTo>
                  <a:lnTo>
                    <a:pt x="12593447" y="5740400"/>
                  </a:lnTo>
                  <a:lnTo>
                    <a:pt x="12588685" y="5689600"/>
                  </a:lnTo>
                  <a:lnTo>
                    <a:pt x="12583516" y="5638800"/>
                  </a:lnTo>
                  <a:lnTo>
                    <a:pt x="12577940" y="5588000"/>
                  </a:lnTo>
                  <a:lnTo>
                    <a:pt x="12571971" y="5537200"/>
                  </a:lnTo>
                  <a:lnTo>
                    <a:pt x="12565596" y="5486400"/>
                  </a:lnTo>
                  <a:lnTo>
                    <a:pt x="12558827" y="5435600"/>
                  </a:lnTo>
                  <a:lnTo>
                    <a:pt x="12551664" y="5384800"/>
                  </a:lnTo>
                  <a:lnTo>
                    <a:pt x="12544095" y="5334000"/>
                  </a:lnTo>
                  <a:lnTo>
                    <a:pt x="12536145" y="5283200"/>
                  </a:lnTo>
                  <a:lnTo>
                    <a:pt x="12527801" y="5232400"/>
                  </a:lnTo>
                  <a:lnTo>
                    <a:pt x="12519063" y="5181600"/>
                  </a:lnTo>
                  <a:lnTo>
                    <a:pt x="12509945" y="5130800"/>
                  </a:lnTo>
                  <a:lnTo>
                    <a:pt x="12500432" y="5080000"/>
                  </a:lnTo>
                  <a:lnTo>
                    <a:pt x="12490539" y="5041900"/>
                  </a:lnTo>
                  <a:lnTo>
                    <a:pt x="12480265" y="4991100"/>
                  </a:lnTo>
                  <a:lnTo>
                    <a:pt x="12469609" y="4940300"/>
                  </a:lnTo>
                  <a:lnTo>
                    <a:pt x="12458573" y="4889500"/>
                  </a:lnTo>
                  <a:lnTo>
                    <a:pt x="12447156" y="4838700"/>
                  </a:lnTo>
                  <a:lnTo>
                    <a:pt x="12435357" y="4787900"/>
                  </a:lnTo>
                  <a:lnTo>
                    <a:pt x="12423191" y="4737100"/>
                  </a:lnTo>
                  <a:lnTo>
                    <a:pt x="12410643" y="4699000"/>
                  </a:lnTo>
                  <a:lnTo>
                    <a:pt x="12397740" y="4648200"/>
                  </a:lnTo>
                  <a:lnTo>
                    <a:pt x="12384456" y="4597400"/>
                  </a:lnTo>
                  <a:lnTo>
                    <a:pt x="12370803" y="4546600"/>
                  </a:lnTo>
                  <a:lnTo>
                    <a:pt x="12356783" y="4508500"/>
                  </a:lnTo>
                  <a:lnTo>
                    <a:pt x="12342393" y="4457700"/>
                  </a:lnTo>
                  <a:lnTo>
                    <a:pt x="12327649" y="4406900"/>
                  </a:lnTo>
                  <a:lnTo>
                    <a:pt x="12312536" y="4356100"/>
                  </a:lnTo>
                  <a:lnTo>
                    <a:pt x="12297067" y="4318000"/>
                  </a:lnTo>
                  <a:lnTo>
                    <a:pt x="12281243" y="4267200"/>
                  </a:lnTo>
                  <a:lnTo>
                    <a:pt x="12265050" y="4216400"/>
                  </a:lnTo>
                  <a:lnTo>
                    <a:pt x="12248515" y="4178300"/>
                  </a:lnTo>
                  <a:lnTo>
                    <a:pt x="12231611" y="4127500"/>
                  </a:lnTo>
                  <a:lnTo>
                    <a:pt x="12214365" y="4076700"/>
                  </a:lnTo>
                  <a:lnTo>
                    <a:pt x="12196763" y="4038600"/>
                  </a:lnTo>
                  <a:lnTo>
                    <a:pt x="12178817" y="3987800"/>
                  </a:lnTo>
                  <a:lnTo>
                    <a:pt x="12160529" y="3937000"/>
                  </a:lnTo>
                  <a:lnTo>
                    <a:pt x="12141886" y="3898900"/>
                  </a:lnTo>
                  <a:lnTo>
                    <a:pt x="12122899" y="3848100"/>
                  </a:lnTo>
                  <a:lnTo>
                    <a:pt x="12103570" y="3810000"/>
                  </a:lnTo>
                  <a:lnTo>
                    <a:pt x="12083910" y="3759200"/>
                  </a:lnTo>
                  <a:lnTo>
                    <a:pt x="12063895" y="3721100"/>
                  </a:lnTo>
                  <a:lnTo>
                    <a:pt x="12043550" y="3670300"/>
                  </a:lnTo>
                  <a:lnTo>
                    <a:pt x="12022874" y="3632200"/>
                  </a:lnTo>
                  <a:lnTo>
                    <a:pt x="12001856" y="3581400"/>
                  </a:lnTo>
                  <a:lnTo>
                    <a:pt x="11980507" y="3543300"/>
                  </a:lnTo>
                  <a:lnTo>
                    <a:pt x="11958828" y="3492500"/>
                  </a:lnTo>
                  <a:lnTo>
                    <a:pt x="11936819" y="3454400"/>
                  </a:lnTo>
                  <a:lnTo>
                    <a:pt x="11914480" y="3403600"/>
                  </a:lnTo>
                  <a:lnTo>
                    <a:pt x="11891823" y="3365500"/>
                  </a:lnTo>
                  <a:lnTo>
                    <a:pt x="11868823" y="3327400"/>
                  </a:lnTo>
                  <a:lnTo>
                    <a:pt x="11845519" y="3276600"/>
                  </a:lnTo>
                  <a:lnTo>
                    <a:pt x="11821884" y="3238500"/>
                  </a:lnTo>
                  <a:lnTo>
                    <a:pt x="11797932" y="3187700"/>
                  </a:lnTo>
                  <a:lnTo>
                    <a:pt x="11773662" y="3149600"/>
                  </a:lnTo>
                  <a:lnTo>
                    <a:pt x="11749075" y="3111500"/>
                  </a:lnTo>
                  <a:lnTo>
                    <a:pt x="11724170" y="3073400"/>
                  </a:lnTo>
                  <a:lnTo>
                    <a:pt x="11698961" y="3022600"/>
                  </a:lnTo>
                  <a:lnTo>
                    <a:pt x="11673434" y="2984500"/>
                  </a:lnTo>
                  <a:lnTo>
                    <a:pt x="11647589" y="2946400"/>
                  </a:lnTo>
                  <a:lnTo>
                    <a:pt x="11621453" y="2908300"/>
                  </a:lnTo>
                  <a:lnTo>
                    <a:pt x="11594998" y="2857500"/>
                  </a:lnTo>
                  <a:lnTo>
                    <a:pt x="11568240" y="2819400"/>
                  </a:lnTo>
                  <a:lnTo>
                    <a:pt x="11541176" y="2781300"/>
                  </a:lnTo>
                  <a:lnTo>
                    <a:pt x="11513820" y="2743200"/>
                  </a:lnTo>
                  <a:lnTo>
                    <a:pt x="11486147" y="2705100"/>
                  </a:lnTo>
                  <a:lnTo>
                    <a:pt x="11458194" y="2654300"/>
                  </a:lnTo>
                  <a:lnTo>
                    <a:pt x="11429937" y="2616200"/>
                  </a:lnTo>
                  <a:lnTo>
                    <a:pt x="11401374" y="2578100"/>
                  </a:lnTo>
                  <a:lnTo>
                    <a:pt x="11372533" y="2540000"/>
                  </a:lnTo>
                  <a:lnTo>
                    <a:pt x="11343386" y="2501900"/>
                  </a:lnTo>
                  <a:lnTo>
                    <a:pt x="11313960" y="2463800"/>
                  </a:lnTo>
                  <a:lnTo>
                    <a:pt x="11284242" y="2425700"/>
                  </a:lnTo>
                  <a:lnTo>
                    <a:pt x="11254232" y="2387600"/>
                  </a:lnTo>
                  <a:lnTo>
                    <a:pt x="11223930" y="2349500"/>
                  </a:lnTo>
                  <a:lnTo>
                    <a:pt x="11193361" y="2311400"/>
                  </a:lnTo>
                  <a:lnTo>
                    <a:pt x="11162500" y="2273300"/>
                  </a:lnTo>
                  <a:lnTo>
                    <a:pt x="11131360" y="2235200"/>
                  </a:lnTo>
                  <a:lnTo>
                    <a:pt x="11099940" y="2197100"/>
                  </a:lnTo>
                  <a:lnTo>
                    <a:pt x="11068241" y="2171700"/>
                  </a:lnTo>
                  <a:lnTo>
                    <a:pt x="11036275" y="2133600"/>
                  </a:lnTo>
                  <a:lnTo>
                    <a:pt x="10971505" y="2057400"/>
                  </a:lnTo>
                  <a:lnTo>
                    <a:pt x="10905655" y="1981200"/>
                  </a:lnTo>
                  <a:lnTo>
                    <a:pt x="10872318" y="1955800"/>
                  </a:lnTo>
                  <a:lnTo>
                    <a:pt x="10804868" y="1879600"/>
                  </a:lnTo>
                  <a:lnTo>
                    <a:pt x="10770743" y="1841500"/>
                  </a:lnTo>
                  <a:lnTo>
                    <a:pt x="10736364" y="1816100"/>
                  </a:lnTo>
                  <a:lnTo>
                    <a:pt x="10666819" y="1739900"/>
                  </a:lnTo>
                  <a:lnTo>
                    <a:pt x="10631653" y="1714500"/>
                  </a:lnTo>
                  <a:lnTo>
                    <a:pt x="10596245" y="1676400"/>
                  </a:lnTo>
                  <a:lnTo>
                    <a:pt x="10560583" y="1651000"/>
                  </a:lnTo>
                  <a:lnTo>
                    <a:pt x="10524668" y="1612900"/>
                  </a:lnTo>
                  <a:lnTo>
                    <a:pt x="10488498" y="1587500"/>
                  </a:lnTo>
                  <a:lnTo>
                    <a:pt x="10415422" y="1511300"/>
                  </a:lnTo>
                  <a:lnTo>
                    <a:pt x="10341356" y="1460500"/>
                  </a:lnTo>
                  <a:lnTo>
                    <a:pt x="10303967" y="1422400"/>
                  </a:lnTo>
                  <a:lnTo>
                    <a:pt x="10266337" y="1397000"/>
                  </a:lnTo>
                  <a:lnTo>
                    <a:pt x="10228466" y="1358900"/>
                  </a:lnTo>
                  <a:lnTo>
                    <a:pt x="10152012" y="1308100"/>
                  </a:lnTo>
                  <a:lnTo>
                    <a:pt x="10113429" y="1270000"/>
                  </a:lnTo>
                  <a:lnTo>
                    <a:pt x="9996310" y="1193800"/>
                  </a:lnTo>
                  <a:lnTo>
                    <a:pt x="9956813" y="1155700"/>
                  </a:lnTo>
                  <a:lnTo>
                    <a:pt x="9755975" y="1028700"/>
                  </a:lnTo>
                  <a:lnTo>
                    <a:pt x="9715157" y="990600"/>
                  </a:lnTo>
                  <a:lnTo>
                    <a:pt x="9465716" y="838200"/>
                  </a:lnTo>
                  <a:lnTo>
                    <a:pt x="9423413" y="825500"/>
                  </a:lnTo>
                  <a:lnTo>
                    <a:pt x="9208872" y="698500"/>
                  </a:lnTo>
                  <a:lnTo>
                    <a:pt x="9165361" y="685800"/>
                  </a:lnTo>
                  <a:lnTo>
                    <a:pt x="9033675" y="609600"/>
                  </a:lnTo>
                  <a:lnTo>
                    <a:pt x="8989403" y="596900"/>
                  </a:lnTo>
                  <a:lnTo>
                    <a:pt x="8944940" y="571500"/>
                  </a:lnTo>
                  <a:lnTo>
                    <a:pt x="8900287" y="558800"/>
                  </a:lnTo>
                  <a:lnTo>
                    <a:pt x="8810434" y="508000"/>
                  </a:lnTo>
                  <a:lnTo>
                    <a:pt x="8765235" y="495300"/>
                  </a:lnTo>
                  <a:lnTo>
                    <a:pt x="8719858" y="469900"/>
                  </a:lnTo>
                  <a:lnTo>
                    <a:pt x="8628570" y="444500"/>
                  </a:lnTo>
                  <a:lnTo>
                    <a:pt x="8582660" y="419100"/>
                  </a:lnTo>
                  <a:lnTo>
                    <a:pt x="8536572" y="406400"/>
                  </a:lnTo>
                  <a:lnTo>
                    <a:pt x="8490318" y="381000"/>
                  </a:lnTo>
                  <a:lnTo>
                    <a:pt x="8397291" y="355600"/>
                  </a:lnTo>
                  <a:lnTo>
                    <a:pt x="8350529" y="330200"/>
                  </a:lnTo>
                  <a:lnTo>
                    <a:pt x="8114258" y="266700"/>
                  </a:lnTo>
                  <a:lnTo>
                    <a:pt x="8066532" y="241300"/>
                  </a:lnTo>
                  <a:lnTo>
                    <a:pt x="7776921" y="165100"/>
                  </a:lnTo>
                  <a:lnTo>
                    <a:pt x="7728140" y="165100"/>
                  </a:lnTo>
                  <a:lnTo>
                    <a:pt x="7482065" y="101600"/>
                  </a:lnTo>
                  <a:lnTo>
                    <a:pt x="7432434" y="101600"/>
                  </a:lnTo>
                  <a:lnTo>
                    <a:pt x="7332764" y="76200"/>
                  </a:lnTo>
                  <a:lnTo>
                    <a:pt x="7282739" y="76200"/>
                  </a:lnTo>
                  <a:lnTo>
                    <a:pt x="7232586" y="63500"/>
                  </a:lnTo>
                  <a:lnTo>
                    <a:pt x="7182294" y="63500"/>
                  </a:lnTo>
                  <a:lnTo>
                    <a:pt x="7131875" y="50800"/>
                  </a:lnTo>
                  <a:lnTo>
                    <a:pt x="7081342" y="50800"/>
                  </a:lnTo>
                  <a:lnTo>
                    <a:pt x="7030682" y="38100"/>
                  </a:lnTo>
                  <a:lnTo>
                    <a:pt x="6979894" y="38100"/>
                  </a:lnTo>
                  <a:lnTo>
                    <a:pt x="6928993" y="25400"/>
                  </a:lnTo>
                  <a:lnTo>
                    <a:pt x="6826821" y="25400"/>
                  </a:lnTo>
                  <a:lnTo>
                    <a:pt x="6775577" y="12700"/>
                  </a:lnTo>
                  <a:lnTo>
                    <a:pt x="6672720" y="12700"/>
                  </a:lnTo>
                  <a:lnTo>
                    <a:pt x="6621132" y="0"/>
                  </a:lnTo>
                  <a:lnTo>
                    <a:pt x="5997600" y="0"/>
                  </a:lnTo>
                  <a:lnTo>
                    <a:pt x="5946013" y="12700"/>
                  </a:lnTo>
                  <a:lnTo>
                    <a:pt x="5843155" y="12700"/>
                  </a:lnTo>
                  <a:lnTo>
                    <a:pt x="5791911" y="25400"/>
                  </a:lnTo>
                  <a:lnTo>
                    <a:pt x="5689739" y="25400"/>
                  </a:lnTo>
                  <a:lnTo>
                    <a:pt x="5638838" y="38100"/>
                  </a:lnTo>
                  <a:lnTo>
                    <a:pt x="5588051" y="38100"/>
                  </a:lnTo>
                  <a:lnTo>
                    <a:pt x="5537390" y="50800"/>
                  </a:lnTo>
                  <a:lnTo>
                    <a:pt x="5486857" y="50800"/>
                  </a:lnTo>
                  <a:lnTo>
                    <a:pt x="5436438" y="63500"/>
                  </a:lnTo>
                  <a:lnTo>
                    <a:pt x="5386146" y="63500"/>
                  </a:lnTo>
                  <a:lnTo>
                    <a:pt x="5335994" y="76200"/>
                  </a:lnTo>
                  <a:lnTo>
                    <a:pt x="5285968" y="76200"/>
                  </a:lnTo>
                  <a:lnTo>
                    <a:pt x="5186299" y="101600"/>
                  </a:lnTo>
                  <a:lnTo>
                    <a:pt x="5136667" y="101600"/>
                  </a:lnTo>
                  <a:lnTo>
                    <a:pt x="4890592" y="165100"/>
                  </a:lnTo>
                  <a:lnTo>
                    <a:pt x="4841811" y="165100"/>
                  </a:lnTo>
                  <a:lnTo>
                    <a:pt x="4552200" y="241300"/>
                  </a:lnTo>
                  <a:lnTo>
                    <a:pt x="4504474" y="266700"/>
                  </a:lnTo>
                  <a:lnTo>
                    <a:pt x="4268203" y="330200"/>
                  </a:lnTo>
                  <a:lnTo>
                    <a:pt x="4221442" y="355600"/>
                  </a:lnTo>
                  <a:lnTo>
                    <a:pt x="4128414" y="381000"/>
                  </a:lnTo>
                  <a:lnTo>
                    <a:pt x="4082161" y="406400"/>
                  </a:lnTo>
                  <a:lnTo>
                    <a:pt x="4036072" y="419100"/>
                  </a:lnTo>
                  <a:lnTo>
                    <a:pt x="3990162" y="444500"/>
                  </a:lnTo>
                  <a:lnTo>
                    <a:pt x="3898874" y="469900"/>
                  </a:lnTo>
                  <a:lnTo>
                    <a:pt x="3853497" y="495300"/>
                  </a:lnTo>
                  <a:lnTo>
                    <a:pt x="3808298" y="508000"/>
                  </a:lnTo>
                  <a:lnTo>
                    <a:pt x="3718433" y="558800"/>
                  </a:lnTo>
                  <a:lnTo>
                    <a:pt x="3673792" y="571500"/>
                  </a:lnTo>
                  <a:lnTo>
                    <a:pt x="3629329" y="596900"/>
                  </a:lnTo>
                  <a:lnTo>
                    <a:pt x="3585045" y="609600"/>
                  </a:lnTo>
                  <a:lnTo>
                    <a:pt x="3453371" y="685800"/>
                  </a:lnTo>
                  <a:lnTo>
                    <a:pt x="3409861" y="698500"/>
                  </a:lnTo>
                  <a:lnTo>
                    <a:pt x="3195320" y="825500"/>
                  </a:lnTo>
                  <a:lnTo>
                    <a:pt x="3153016" y="838200"/>
                  </a:lnTo>
                  <a:lnTo>
                    <a:pt x="2903575" y="990600"/>
                  </a:lnTo>
                  <a:lnTo>
                    <a:pt x="2862757" y="1028700"/>
                  </a:lnTo>
                  <a:lnTo>
                    <a:pt x="2661920" y="1155700"/>
                  </a:lnTo>
                  <a:lnTo>
                    <a:pt x="2622423" y="1193800"/>
                  </a:lnTo>
                  <a:lnTo>
                    <a:pt x="2505303" y="1270000"/>
                  </a:lnTo>
                  <a:lnTo>
                    <a:pt x="2466721" y="1308100"/>
                  </a:lnTo>
                  <a:lnTo>
                    <a:pt x="2390267" y="1358900"/>
                  </a:lnTo>
                  <a:lnTo>
                    <a:pt x="2352395" y="1397000"/>
                  </a:lnTo>
                  <a:lnTo>
                    <a:pt x="2314765" y="1422400"/>
                  </a:lnTo>
                  <a:lnTo>
                    <a:pt x="2277376" y="1460500"/>
                  </a:lnTo>
                  <a:lnTo>
                    <a:pt x="2203310" y="1511300"/>
                  </a:lnTo>
                  <a:lnTo>
                    <a:pt x="2130234" y="1587500"/>
                  </a:lnTo>
                  <a:lnTo>
                    <a:pt x="2094064" y="1612900"/>
                  </a:lnTo>
                  <a:lnTo>
                    <a:pt x="2058149" y="1651000"/>
                  </a:lnTo>
                  <a:lnTo>
                    <a:pt x="2022487" y="1676400"/>
                  </a:lnTo>
                  <a:lnTo>
                    <a:pt x="1987067" y="1714500"/>
                  </a:lnTo>
                  <a:lnTo>
                    <a:pt x="1951913" y="1739900"/>
                  </a:lnTo>
                  <a:lnTo>
                    <a:pt x="1882368" y="1816100"/>
                  </a:lnTo>
                  <a:lnTo>
                    <a:pt x="1847989" y="1841500"/>
                  </a:lnTo>
                  <a:lnTo>
                    <a:pt x="1813864" y="1879600"/>
                  </a:lnTo>
                  <a:lnTo>
                    <a:pt x="1746415" y="1955800"/>
                  </a:lnTo>
                  <a:lnTo>
                    <a:pt x="1713077" y="1981200"/>
                  </a:lnTo>
                  <a:lnTo>
                    <a:pt x="1647228" y="2057400"/>
                  </a:lnTo>
                  <a:lnTo>
                    <a:pt x="1582458" y="2133600"/>
                  </a:lnTo>
                  <a:lnTo>
                    <a:pt x="1550492" y="2171700"/>
                  </a:lnTo>
                  <a:lnTo>
                    <a:pt x="1518793" y="2197100"/>
                  </a:lnTo>
                  <a:lnTo>
                    <a:pt x="1487373" y="2235200"/>
                  </a:lnTo>
                  <a:lnTo>
                    <a:pt x="1456232" y="2273300"/>
                  </a:lnTo>
                  <a:lnTo>
                    <a:pt x="1425371" y="2311400"/>
                  </a:lnTo>
                  <a:lnTo>
                    <a:pt x="1394790" y="2349500"/>
                  </a:lnTo>
                  <a:lnTo>
                    <a:pt x="1364500" y="2387600"/>
                  </a:lnTo>
                  <a:lnTo>
                    <a:pt x="1334490" y="2425700"/>
                  </a:lnTo>
                  <a:lnTo>
                    <a:pt x="1304772" y="2463800"/>
                  </a:lnTo>
                  <a:lnTo>
                    <a:pt x="1275346" y="2501900"/>
                  </a:lnTo>
                  <a:lnTo>
                    <a:pt x="1246200" y="2540000"/>
                  </a:lnTo>
                  <a:lnTo>
                    <a:pt x="1217358" y="2578100"/>
                  </a:lnTo>
                  <a:lnTo>
                    <a:pt x="1188796" y="2616200"/>
                  </a:lnTo>
                  <a:lnTo>
                    <a:pt x="1160538" y="2654300"/>
                  </a:lnTo>
                  <a:lnTo>
                    <a:pt x="1132586" y="2705100"/>
                  </a:lnTo>
                  <a:lnTo>
                    <a:pt x="1104912" y="2743200"/>
                  </a:lnTo>
                  <a:lnTo>
                    <a:pt x="1077556" y="2781300"/>
                  </a:lnTo>
                  <a:lnTo>
                    <a:pt x="1050493" y="2819400"/>
                  </a:lnTo>
                  <a:lnTo>
                    <a:pt x="1023734" y="2857500"/>
                  </a:lnTo>
                  <a:lnTo>
                    <a:pt x="997280" y="2908300"/>
                  </a:lnTo>
                  <a:lnTo>
                    <a:pt x="971143" y="2946400"/>
                  </a:lnTo>
                  <a:lnTo>
                    <a:pt x="945299" y="2984500"/>
                  </a:lnTo>
                  <a:lnTo>
                    <a:pt x="919772" y="3022600"/>
                  </a:lnTo>
                  <a:lnTo>
                    <a:pt x="894562" y="3073400"/>
                  </a:lnTo>
                  <a:lnTo>
                    <a:pt x="869657" y="3111500"/>
                  </a:lnTo>
                  <a:lnTo>
                    <a:pt x="845070" y="3149600"/>
                  </a:lnTo>
                  <a:lnTo>
                    <a:pt x="820801" y="3187700"/>
                  </a:lnTo>
                  <a:lnTo>
                    <a:pt x="796848" y="3238500"/>
                  </a:lnTo>
                  <a:lnTo>
                    <a:pt x="773214" y="3276600"/>
                  </a:lnTo>
                  <a:lnTo>
                    <a:pt x="749909" y="3327400"/>
                  </a:lnTo>
                  <a:lnTo>
                    <a:pt x="726909" y="3365500"/>
                  </a:lnTo>
                  <a:lnTo>
                    <a:pt x="704253" y="3403600"/>
                  </a:lnTo>
                  <a:lnTo>
                    <a:pt x="681913" y="3454400"/>
                  </a:lnTo>
                  <a:lnTo>
                    <a:pt x="659904" y="3492500"/>
                  </a:lnTo>
                  <a:lnTo>
                    <a:pt x="638225" y="3543300"/>
                  </a:lnTo>
                  <a:lnTo>
                    <a:pt x="616877" y="3581400"/>
                  </a:lnTo>
                  <a:lnTo>
                    <a:pt x="595858" y="3632200"/>
                  </a:lnTo>
                  <a:lnTo>
                    <a:pt x="575183" y="3670300"/>
                  </a:lnTo>
                  <a:lnTo>
                    <a:pt x="554837" y="3721100"/>
                  </a:lnTo>
                  <a:lnTo>
                    <a:pt x="534822" y="3759200"/>
                  </a:lnTo>
                  <a:lnTo>
                    <a:pt x="515162" y="3810000"/>
                  </a:lnTo>
                  <a:lnTo>
                    <a:pt x="495833" y="3848100"/>
                  </a:lnTo>
                  <a:lnTo>
                    <a:pt x="476846" y="3898900"/>
                  </a:lnTo>
                  <a:lnTo>
                    <a:pt x="458203" y="3937000"/>
                  </a:lnTo>
                  <a:lnTo>
                    <a:pt x="439915" y="3987800"/>
                  </a:lnTo>
                  <a:lnTo>
                    <a:pt x="421957" y="4038600"/>
                  </a:lnTo>
                  <a:lnTo>
                    <a:pt x="404368" y="4076700"/>
                  </a:lnTo>
                  <a:lnTo>
                    <a:pt x="387121" y="4127500"/>
                  </a:lnTo>
                  <a:lnTo>
                    <a:pt x="370217" y="4178300"/>
                  </a:lnTo>
                  <a:lnTo>
                    <a:pt x="353682" y="4216400"/>
                  </a:lnTo>
                  <a:lnTo>
                    <a:pt x="337489" y="4267200"/>
                  </a:lnTo>
                  <a:lnTo>
                    <a:pt x="321665" y="4318000"/>
                  </a:lnTo>
                  <a:lnTo>
                    <a:pt x="306197" y="4356100"/>
                  </a:lnTo>
                  <a:lnTo>
                    <a:pt x="291084" y="4406900"/>
                  </a:lnTo>
                  <a:lnTo>
                    <a:pt x="276339" y="4457700"/>
                  </a:lnTo>
                  <a:lnTo>
                    <a:pt x="261950" y="4508500"/>
                  </a:lnTo>
                  <a:lnTo>
                    <a:pt x="247929" y="4546600"/>
                  </a:lnTo>
                  <a:lnTo>
                    <a:pt x="234276" y="4597400"/>
                  </a:lnTo>
                  <a:lnTo>
                    <a:pt x="220992" y="4648200"/>
                  </a:lnTo>
                  <a:lnTo>
                    <a:pt x="208089" y="4699000"/>
                  </a:lnTo>
                  <a:lnTo>
                    <a:pt x="195541" y="4737100"/>
                  </a:lnTo>
                  <a:lnTo>
                    <a:pt x="183375" y="4787900"/>
                  </a:lnTo>
                  <a:lnTo>
                    <a:pt x="171577" y="4838700"/>
                  </a:lnTo>
                  <a:lnTo>
                    <a:pt x="160159" y="4889500"/>
                  </a:lnTo>
                  <a:lnTo>
                    <a:pt x="149123" y="4940300"/>
                  </a:lnTo>
                  <a:lnTo>
                    <a:pt x="138468" y="4991100"/>
                  </a:lnTo>
                  <a:lnTo>
                    <a:pt x="128193" y="5041900"/>
                  </a:lnTo>
                  <a:lnTo>
                    <a:pt x="118300" y="5080000"/>
                  </a:lnTo>
                  <a:lnTo>
                    <a:pt x="108788" y="5130800"/>
                  </a:lnTo>
                  <a:lnTo>
                    <a:pt x="99669" y="5181600"/>
                  </a:lnTo>
                  <a:lnTo>
                    <a:pt x="90932" y="5232400"/>
                  </a:lnTo>
                  <a:lnTo>
                    <a:pt x="82588" y="5283200"/>
                  </a:lnTo>
                  <a:lnTo>
                    <a:pt x="74637" y="5334000"/>
                  </a:lnTo>
                  <a:lnTo>
                    <a:pt x="67068" y="5384800"/>
                  </a:lnTo>
                  <a:lnTo>
                    <a:pt x="59905" y="5435600"/>
                  </a:lnTo>
                  <a:lnTo>
                    <a:pt x="53136" y="5486400"/>
                  </a:lnTo>
                  <a:lnTo>
                    <a:pt x="46761" y="5537200"/>
                  </a:lnTo>
                  <a:lnTo>
                    <a:pt x="40792" y="5588000"/>
                  </a:lnTo>
                  <a:lnTo>
                    <a:pt x="35217" y="5638800"/>
                  </a:lnTo>
                  <a:lnTo>
                    <a:pt x="30048" y="5689600"/>
                  </a:lnTo>
                  <a:lnTo>
                    <a:pt x="25285" y="5740400"/>
                  </a:lnTo>
                  <a:lnTo>
                    <a:pt x="20916" y="5791200"/>
                  </a:lnTo>
                  <a:lnTo>
                    <a:pt x="16967" y="5842000"/>
                  </a:lnTo>
                  <a:lnTo>
                    <a:pt x="13423" y="5892800"/>
                  </a:lnTo>
                  <a:lnTo>
                    <a:pt x="10299" y="5943600"/>
                  </a:lnTo>
                  <a:lnTo>
                    <a:pt x="7569" y="5994400"/>
                  </a:lnTo>
                  <a:lnTo>
                    <a:pt x="5270" y="6045200"/>
                  </a:lnTo>
                  <a:lnTo>
                    <a:pt x="3378" y="6096000"/>
                  </a:lnTo>
                  <a:lnTo>
                    <a:pt x="1905" y="6146800"/>
                  </a:lnTo>
                  <a:lnTo>
                    <a:pt x="850" y="6197600"/>
                  </a:lnTo>
                  <a:lnTo>
                    <a:pt x="215" y="6261100"/>
                  </a:lnTo>
                  <a:lnTo>
                    <a:pt x="0" y="6311900"/>
                  </a:lnTo>
                  <a:lnTo>
                    <a:pt x="215" y="6362700"/>
                  </a:lnTo>
                  <a:lnTo>
                    <a:pt x="850" y="6413500"/>
                  </a:lnTo>
                  <a:lnTo>
                    <a:pt x="1905" y="6464300"/>
                  </a:lnTo>
                  <a:lnTo>
                    <a:pt x="3378" y="6515100"/>
                  </a:lnTo>
                  <a:lnTo>
                    <a:pt x="5270" y="6565900"/>
                  </a:lnTo>
                  <a:lnTo>
                    <a:pt x="7569" y="6616700"/>
                  </a:lnTo>
                  <a:lnTo>
                    <a:pt x="10299" y="6667500"/>
                  </a:lnTo>
                  <a:lnTo>
                    <a:pt x="13423" y="6718300"/>
                  </a:lnTo>
                  <a:lnTo>
                    <a:pt x="16967" y="6769100"/>
                  </a:lnTo>
                  <a:lnTo>
                    <a:pt x="20916" y="6819900"/>
                  </a:lnTo>
                  <a:lnTo>
                    <a:pt x="25285" y="6870700"/>
                  </a:lnTo>
                  <a:lnTo>
                    <a:pt x="30048" y="6921500"/>
                  </a:lnTo>
                  <a:lnTo>
                    <a:pt x="35217" y="6972300"/>
                  </a:lnTo>
                  <a:lnTo>
                    <a:pt x="40792" y="7023100"/>
                  </a:lnTo>
                  <a:lnTo>
                    <a:pt x="46761" y="7073900"/>
                  </a:lnTo>
                  <a:lnTo>
                    <a:pt x="53136" y="7124700"/>
                  </a:lnTo>
                  <a:lnTo>
                    <a:pt x="59905" y="7175500"/>
                  </a:lnTo>
                  <a:lnTo>
                    <a:pt x="67068" y="7226300"/>
                  </a:lnTo>
                  <a:lnTo>
                    <a:pt x="74637" y="7277100"/>
                  </a:lnTo>
                  <a:lnTo>
                    <a:pt x="82588" y="7327900"/>
                  </a:lnTo>
                  <a:lnTo>
                    <a:pt x="90932" y="7378700"/>
                  </a:lnTo>
                  <a:lnTo>
                    <a:pt x="99669" y="7429500"/>
                  </a:lnTo>
                  <a:lnTo>
                    <a:pt x="108788" y="7480300"/>
                  </a:lnTo>
                  <a:lnTo>
                    <a:pt x="118300" y="7531100"/>
                  </a:lnTo>
                  <a:lnTo>
                    <a:pt x="128193" y="7581900"/>
                  </a:lnTo>
                  <a:lnTo>
                    <a:pt x="138468" y="7632700"/>
                  </a:lnTo>
                  <a:lnTo>
                    <a:pt x="149123" y="7683500"/>
                  </a:lnTo>
                  <a:lnTo>
                    <a:pt x="160159" y="7721600"/>
                  </a:lnTo>
                  <a:lnTo>
                    <a:pt x="171577" y="7772400"/>
                  </a:lnTo>
                  <a:lnTo>
                    <a:pt x="183375" y="7823200"/>
                  </a:lnTo>
                  <a:lnTo>
                    <a:pt x="195541" y="7874000"/>
                  </a:lnTo>
                  <a:lnTo>
                    <a:pt x="208089" y="7924800"/>
                  </a:lnTo>
                  <a:lnTo>
                    <a:pt x="220992" y="7975600"/>
                  </a:lnTo>
                  <a:lnTo>
                    <a:pt x="234276" y="8013700"/>
                  </a:lnTo>
                  <a:lnTo>
                    <a:pt x="247929" y="8064500"/>
                  </a:lnTo>
                  <a:lnTo>
                    <a:pt x="261950" y="8115300"/>
                  </a:lnTo>
                  <a:lnTo>
                    <a:pt x="276339" y="8166100"/>
                  </a:lnTo>
                  <a:lnTo>
                    <a:pt x="291084" y="8204200"/>
                  </a:lnTo>
                  <a:lnTo>
                    <a:pt x="306197" y="8255000"/>
                  </a:lnTo>
                  <a:lnTo>
                    <a:pt x="321665" y="8305800"/>
                  </a:lnTo>
                  <a:lnTo>
                    <a:pt x="337489" y="8343900"/>
                  </a:lnTo>
                  <a:lnTo>
                    <a:pt x="353682" y="8394700"/>
                  </a:lnTo>
                  <a:lnTo>
                    <a:pt x="370217" y="8445500"/>
                  </a:lnTo>
                  <a:lnTo>
                    <a:pt x="387121" y="8483600"/>
                  </a:lnTo>
                  <a:lnTo>
                    <a:pt x="404368" y="8534400"/>
                  </a:lnTo>
                  <a:lnTo>
                    <a:pt x="421957" y="8585200"/>
                  </a:lnTo>
                  <a:lnTo>
                    <a:pt x="439915" y="8623300"/>
                  </a:lnTo>
                  <a:lnTo>
                    <a:pt x="458203" y="8674100"/>
                  </a:lnTo>
                  <a:lnTo>
                    <a:pt x="476846" y="8724900"/>
                  </a:lnTo>
                  <a:lnTo>
                    <a:pt x="495833" y="8763000"/>
                  </a:lnTo>
                  <a:lnTo>
                    <a:pt x="515162" y="8813800"/>
                  </a:lnTo>
                  <a:lnTo>
                    <a:pt x="534822" y="8851900"/>
                  </a:lnTo>
                  <a:lnTo>
                    <a:pt x="554837" y="8902700"/>
                  </a:lnTo>
                  <a:lnTo>
                    <a:pt x="575183" y="8940800"/>
                  </a:lnTo>
                  <a:lnTo>
                    <a:pt x="595858" y="8991600"/>
                  </a:lnTo>
                  <a:lnTo>
                    <a:pt x="616877" y="9029700"/>
                  </a:lnTo>
                  <a:lnTo>
                    <a:pt x="638225" y="9080500"/>
                  </a:lnTo>
                  <a:lnTo>
                    <a:pt x="659904" y="9118600"/>
                  </a:lnTo>
                  <a:lnTo>
                    <a:pt x="681913" y="9169400"/>
                  </a:lnTo>
                  <a:lnTo>
                    <a:pt x="704253" y="9207500"/>
                  </a:lnTo>
                  <a:lnTo>
                    <a:pt x="726909" y="9245600"/>
                  </a:lnTo>
                  <a:lnTo>
                    <a:pt x="749909" y="9296400"/>
                  </a:lnTo>
                  <a:lnTo>
                    <a:pt x="773214" y="9334500"/>
                  </a:lnTo>
                  <a:lnTo>
                    <a:pt x="796848" y="9385300"/>
                  </a:lnTo>
                  <a:lnTo>
                    <a:pt x="820801" y="9423400"/>
                  </a:lnTo>
                  <a:lnTo>
                    <a:pt x="845070" y="9461500"/>
                  </a:lnTo>
                  <a:lnTo>
                    <a:pt x="869657" y="9512300"/>
                  </a:lnTo>
                  <a:lnTo>
                    <a:pt x="894562" y="9550400"/>
                  </a:lnTo>
                  <a:lnTo>
                    <a:pt x="919772" y="9588500"/>
                  </a:lnTo>
                  <a:lnTo>
                    <a:pt x="945299" y="9626600"/>
                  </a:lnTo>
                  <a:lnTo>
                    <a:pt x="971143" y="9677400"/>
                  </a:lnTo>
                  <a:lnTo>
                    <a:pt x="997280" y="9715500"/>
                  </a:lnTo>
                  <a:lnTo>
                    <a:pt x="1023734" y="9753600"/>
                  </a:lnTo>
                  <a:lnTo>
                    <a:pt x="1050493" y="9791700"/>
                  </a:lnTo>
                  <a:lnTo>
                    <a:pt x="11568240" y="9791700"/>
                  </a:lnTo>
                  <a:lnTo>
                    <a:pt x="11594998" y="9753600"/>
                  </a:lnTo>
                  <a:lnTo>
                    <a:pt x="11621453" y="9715500"/>
                  </a:lnTo>
                  <a:lnTo>
                    <a:pt x="11647589" y="9677400"/>
                  </a:lnTo>
                  <a:lnTo>
                    <a:pt x="11673434" y="9626600"/>
                  </a:lnTo>
                  <a:lnTo>
                    <a:pt x="11698961" y="9588500"/>
                  </a:lnTo>
                  <a:lnTo>
                    <a:pt x="11724170" y="9550400"/>
                  </a:lnTo>
                  <a:lnTo>
                    <a:pt x="11749075" y="9512300"/>
                  </a:lnTo>
                  <a:lnTo>
                    <a:pt x="11773662" y="9461500"/>
                  </a:lnTo>
                  <a:lnTo>
                    <a:pt x="11797932" y="9423400"/>
                  </a:lnTo>
                  <a:lnTo>
                    <a:pt x="11821884" y="9385300"/>
                  </a:lnTo>
                  <a:lnTo>
                    <a:pt x="11845519" y="9334500"/>
                  </a:lnTo>
                  <a:lnTo>
                    <a:pt x="11868823" y="9296400"/>
                  </a:lnTo>
                  <a:lnTo>
                    <a:pt x="11891823" y="9245600"/>
                  </a:lnTo>
                  <a:lnTo>
                    <a:pt x="11914480" y="9207500"/>
                  </a:lnTo>
                  <a:lnTo>
                    <a:pt x="11936819" y="9169400"/>
                  </a:lnTo>
                  <a:lnTo>
                    <a:pt x="11958828" y="9118600"/>
                  </a:lnTo>
                  <a:lnTo>
                    <a:pt x="11980507" y="9080500"/>
                  </a:lnTo>
                  <a:lnTo>
                    <a:pt x="12001856" y="9029700"/>
                  </a:lnTo>
                  <a:lnTo>
                    <a:pt x="12022874" y="8991600"/>
                  </a:lnTo>
                  <a:lnTo>
                    <a:pt x="12043550" y="8940800"/>
                  </a:lnTo>
                  <a:lnTo>
                    <a:pt x="12063895" y="8902700"/>
                  </a:lnTo>
                  <a:lnTo>
                    <a:pt x="12083910" y="8851900"/>
                  </a:lnTo>
                  <a:lnTo>
                    <a:pt x="12103570" y="8813800"/>
                  </a:lnTo>
                  <a:lnTo>
                    <a:pt x="12122899" y="8763000"/>
                  </a:lnTo>
                  <a:lnTo>
                    <a:pt x="12141886" y="8724900"/>
                  </a:lnTo>
                  <a:lnTo>
                    <a:pt x="12160529" y="8674100"/>
                  </a:lnTo>
                  <a:lnTo>
                    <a:pt x="12178817" y="8623300"/>
                  </a:lnTo>
                  <a:lnTo>
                    <a:pt x="12196763" y="8585200"/>
                  </a:lnTo>
                  <a:lnTo>
                    <a:pt x="12214365" y="8534400"/>
                  </a:lnTo>
                  <a:lnTo>
                    <a:pt x="12231611" y="8483600"/>
                  </a:lnTo>
                  <a:lnTo>
                    <a:pt x="12248515" y="8445500"/>
                  </a:lnTo>
                  <a:lnTo>
                    <a:pt x="12265050" y="8394700"/>
                  </a:lnTo>
                  <a:lnTo>
                    <a:pt x="12281243" y="8343900"/>
                  </a:lnTo>
                  <a:lnTo>
                    <a:pt x="12297067" y="8305800"/>
                  </a:lnTo>
                  <a:lnTo>
                    <a:pt x="12312536" y="8255000"/>
                  </a:lnTo>
                  <a:lnTo>
                    <a:pt x="12327649" y="8204200"/>
                  </a:lnTo>
                  <a:lnTo>
                    <a:pt x="12342393" y="8166100"/>
                  </a:lnTo>
                  <a:lnTo>
                    <a:pt x="12356783" y="8115300"/>
                  </a:lnTo>
                  <a:lnTo>
                    <a:pt x="12370803" y="8064500"/>
                  </a:lnTo>
                  <a:lnTo>
                    <a:pt x="12384456" y="8013700"/>
                  </a:lnTo>
                  <a:lnTo>
                    <a:pt x="12397740" y="7975600"/>
                  </a:lnTo>
                  <a:lnTo>
                    <a:pt x="12410643" y="7924800"/>
                  </a:lnTo>
                  <a:lnTo>
                    <a:pt x="12423191" y="7874000"/>
                  </a:lnTo>
                  <a:lnTo>
                    <a:pt x="12435357" y="7823200"/>
                  </a:lnTo>
                  <a:lnTo>
                    <a:pt x="12447156" y="7772400"/>
                  </a:lnTo>
                  <a:lnTo>
                    <a:pt x="12458573" y="7721600"/>
                  </a:lnTo>
                  <a:lnTo>
                    <a:pt x="12469609" y="7683500"/>
                  </a:lnTo>
                  <a:lnTo>
                    <a:pt x="12480265" y="7632700"/>
                  </a:lnTo>
                  <a:lnTo>
                    <a:pt x="12490539" y="7581900"/>
                  </a:lnTo>
                  <a:lnTo>
                    <a:pt x="12500432" y="7531100"/>
                  </a:lnTo>
                  <a:lnTo>
                    <a:pt x="12509945" y="7480300"/>
                  </a:lnTo>
                  <a:lnTo>
                    <a:pt x="12519063" y="7429500"/>
                  </a:lnTo>
                  <a:lnTo>
                    <a:pt x="12527801" y="7378700"/>
                  </a:lnTo>
                  <a:lnTo>
                    <a:pt x="12536145" y="7327900"/>
                  </a:lnTo>
                  <a:lnTo>
                    <a:pt x="12544095" y="7277100"/>
                  </a:lnTo>
                  <a:lnTo>
                    <a:pt x="12551664" y="7226300"/>
                  </a:lnTo>
                  <a:lnTo>
                    <a:pt x="12558827" y="7175500"/>
                  </a:lnTo>
                  <a:lnTo>
                    <a:pt x="12565596" y="7124700"/>
                  </a:lnTo>
                  <a:lnTo>
                    <a:pt x="12571971" y="7073900"/>
                  </a:lnTo>
                  <a:lnTo>
                    <a:pt x="12577940" y="7023100"/>
                  </a:lnTo>
                  <a:lnTo>
                    <a:pt x="12583516" y="6972300"/>
                  </a:lnTo>
                  <a:lnTo>
                    <a:pt x="12588685" y="6921500"/>
                  </a:lnTo>
                  <a:lnTo>
                    <a:pt x="12593447" y="6870700"/>
                  </a:lnTo>
                  <a:lnTo>
                    <a:pt x="12597816" y="6819900"/>
                  </a:lnTo>
                  <a:lnTo>
                    <a:pt x="12601766" y="6769100"/>
                  </a:lnTo>
                  <a:lnTo>
                    <a:pt x="12605309" y="6718300"/>
                  </a:lnTo>
                  <a:lnTo>
                    <a:pt x="12608433" y="6667500"/>
                  </a:lnTo>
                  <a:lnTo>
                    <a:pt x="12611164" y="6616700"/>
                  </a:lnTo>
                  <a:lnTo>
                    <a:pt x="12613462" y="6565900"/>
                  </a:lnTo>
                  <a:lnTo>
                    <a:pt x="12615355" y="6515100"/>
                  </a:lnTo>
                  <a:lnTo>
                    <a:pt x="12616828" y="6464300"/>
                  </a:lnTo>
                  <a:lnTo>
                    <a:pt x="12617882" y="6413500"/>
                  </a:lnTo>
                  <a:lnTo>
                    <a:pt x="12618517" y="6362700"/>
                  </a:lnTo>
                  <a:lnTo>
                    <a:pt x="12618720" y="6311900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5641" y="2029968"/>
              <a:ext cx="1152143" cy="11521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18753" y="5692139"/>
              <a:ext cx="1645920" cy="82550"/>
            </a:xfrm>
            <a:custGeom>
              <a:avLst/>
              <a:gdLst/>
              <a:ahLst/>
              <a:cxnLst/>
              <a:rect l="l" t="t" r="r" b="b"/>
              <a:pathLst>
                <a:path w="1645920" h="82550">
                  <a:moveTo>
                    <a:pt x="1645920" y="82296"/>
                  </a:moveTo>
                  <a:lnTo>
                    <a:pt x="0" y="82296"/>
                  </a:lnTo>
                  <a:lnTo>
                    <a:pt x="0" y="0"/>
                  </a:lnTo>
                  <a:lnTo>
                    <a:pt x="1645920" y="0"/>
                  </a:lnTo>
                  <a:lnTo>
                    <a:pt x="1645920" y="82296"/>
                  </a:lnTo>
                  <a:close/>
                </a:path>
              </a:pathLst>
            </a:custGeom>
            <a:solidFill>
              <a:srgbClr val="F5C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99980" y="4380229"/>
            <a:ext cx="5883910" cy="149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</a:rPr>
              <a:t>Thank</a:t>
            </a:r>
            <a:r>
              <a:rPr sz="6600" spc="-195" dirty="0">
                <a:solidFill>
                  <a:srgbClr val="FFFFFF"/>
                </a:solidFill>
              </a:rPr>
              <a:t> </a:t>
            </a:r>
            <a:r>
              <a:rPr sz="6600" spc="-25" dirty="0">
                <a:solidFill>
                  <a:srgbClr val="FFFFFF"/>
                </a:solidFill>
              </a:rPr>
              <a:t>You</a:t>
            </a:r>
            <a:endParaRPr sz="6600"/>
          </a:p>
          <a:p>
            <a:pPr algn="ctr">
              <a:lnSpc>
                <a:spcPct val="100000"/>
              </a:lnSpc>
              <a:spcBef>
                <a:spcPts val="1505"/>
              </a:spcBef>
            </a:pPr>
            <a:r>
              <a:rPr sz="1800" b="0" dirty="0">
                <a:solidFill>
                  <a:srgbClr val="3C1F5D"/>
                </a:solidFill>
                <a:latin typeface="Arial MT"/>
                <a:cs typeface="Arial MT"/>
              </a:rPr>
              <a:t>Department of Artificial Intelligence and Machine </a:t>
            </a:r>
            <a:r>
              <a:rPr sz="1800" b="0" spc="-10" dirty="0">
                <a:solidFill>
                  <a:srgbClr val="3C1F5D"/>
                </a:solidFill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1176</Words>
  <Application>Microsoft Office PowerPoint</Application>
  <PresentationFormat>Custom</PresentationFormat>
  <Paragraphs>217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Times New Roman</vt:lpstr>
      <vt:lpstr>Wingdings</vt:lpstr>
      <vt:lpstr>Office Theme</vt:lpstr>
      <vt:lpstr>CAREER PILOT– AI-BASED PERSONALIZED STUDENT CAREER ADVISOR </vt:lpstr>
      <vt:lpstr>1</vt:lpstr>
      <vt:lpstr>User and Stakeholder Analysis</vt:lpstr>
      <vt:lpstr>Proposed System: Analysis Pipeline</vt:lpstr>
      <vt:lpstr>4</vt:lpstr>
      <vt:lpstr>TOOLS AND TECHNOLOGIES USED</vt:lpstr>
      <vt:lpstr>6</vt:lpstr>
      <vt:lpstr>7</vt:lpstr>
      <vt:lpstr>8</vt:lpstr>
      <vt:lpstr>ORCHESTRATION</vt:lpstr>
      <vt:lpstr>System Architecture: Tiered View</vt:lpstr>
      <vt:lpstr>PowerPoint Presentation</vt:lpstr>
      <vt:lpstr>PowerPoint Presentation</vt:lpstr>
      <vt:lpstr>PowerPoint Presentation</vt:lpstr>
      <vt:lpstr>PowerPoint Presentation</vt:lpstr>
      <vt:lpstr>Comparison &amp; Innovation</vt:lpstr>
      <vt:lpstr>PowerPoint Presentation</vt:lpstr>
      <vt:lpstr>17</vt:lpstr>
      <vt:lpstr>CONCLUSION</vt:lpstr>
      <vt:lpstr>Thank You Department of Artificial Intelligence and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AUTOGEN.pptx</dc:title>
  <dc:creator>LAKSHIYA SRI K M 231501082</dc:creator>
  <cp:keywords>DAHW6ij8Gy4,BAGOlWZhx5I</cp:keywords>
  <cp:lastModifiedBy>Sailesh Rangaraj</cp:lastModifiedBy>
  <cp:revision>2</cp:revision>
  <dcterms:created xsi:type="dcterms:W3CDTF">2026-10-05T13:56:59Z</dcterms:created>
  <dcterms:modified xsi:type="dcterms:W3CDTF">2026-10-05T18:36:43Z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2026-10-05T00:00:00Z</vt:filetime>
  </property>
  <property fmtid="{D5CDD505-2E9C-101B-9397-08002B2CF9AE}" pid="6" name="Producer">
    <vt:lpwstr>Canva</vt:lpwstr>
  </property>
</Properties>
</file>